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

</file>

<file path=ppt/slides/_rels/slide2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

</file>

<file path=ppt/slides/_rels/slide3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

</file>

<file path=ppt/slides/_rels/slide4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

</file>

<file path=ppt/slides/_rels/slide5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

</file>

<file path=ppt/slides/_rels/slide6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

</file>

<file path=ppt/slides/_rels/slide7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

</file>

<file path=ppt/slides/_rels/slide8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

</file>

<file path=ppt/slides/_rels/slide9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4.jpg"/><Relationship Id="rId4" Type="http://schemas.openxmlformats.org/officeDocument/2006/relationships/image" Target="../media/image22.png"/></Relationships>

</file>

<file path=ppt/slides/_rels/slide10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

</file>

<file path=ppt/slides/_rels/slide1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0D1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762000" y="5605462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 h="0">
                <a:moveTo>
                  <a:pt x="0" y="0"/>
                </a:moveTo>
                <a:lnTo>
                  <a:pt x="10668000" y="0"/>
                </a:lnTo>
              </a:path>
            </a:pathLst>
          </a:custGeom>
          <a:ln w="10795">
            <a:solidFill>
              <a:srgbClr val="1E293A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762000" y="609600"/>
            <a:ext cx="342900" cy="342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9567164" y="2241296"/>
            <a:ext cx="1330832" cy="19384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06804" y="689990"/>
            <a:ext cx="783627" cy="197612"/>
          </a:xfrm>
          <a:prstGeom prst="rect">
            <a:avLst/>
          </a:prstGeom>
        </p:spPr>
        <p:txBody>
          <a:bodyPr wrap="square" lIns="0" tIns="9398" rIns="0" bIns="0" rtlCol="0">
            <a:noAutofit/>
          </a:bodyPr>
          <a:lstStyle/>
          <a:p>
            <a:pPr marL="12700">
              <a:lnSpc>
                <a:spcPts val="1480"/>
              </a:lnSpc>
            </a:pP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R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A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D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A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R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 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B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2074672"/>
            <a:ext cx="2747061" cy="168655"/>
          </a:xfrm>
          <a:prstGeom prst="rect">
            <a:avLst/>
          </a:prstGeom>
        </p:spPr>
        <p:txBody>
          <a:bodyPr wrap="square" lIns="0" tIns="7874" rIns="0" bIns="0" rtlCol="0">
            <a:noAutofit/>
          </a:bodyPr>
          <a:lstStyle/>
          <a:p>
            <a:pPr marL="12700">
              <a:lnSpc>
                <a:spcPts val="1240"/>
              </a:lnSpc>
            </a:pP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S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I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S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T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EM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 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PEND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U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K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U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NG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 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K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EPUTU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S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AN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 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PRE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V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EN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T</a:t>
            </a:r>
            <a:r>
              <a:rPr dirty="0" smtClean="0" sz="1100" spc="11" b="1">
                <a:solidFill>
                  <a:srgbClr val="38BCF8"/>
                </a:solidFill>
                <a:latin typeface="Calibri"/>
                <a:cs typeface="Calibri"/>
              </a:rPr>
              <a:t>IF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2468143"/>
            <a:ext cx="2847041" cy="1264894"/>
          </a:xfrm>
          <a:prstGeom prst="rect">
            <a:avLst/>
          </a:prstGeom>
        </p:spPr>
        <p:txBody>
          <a:bodyPr wrap="square" lIns="0" tIns="30765" rIns="0" bIns="0" rtlCol="0">
            <a:noAutofit/>
          </a:bodyPr>
          <a:lstStyle/>
          <a:p>
            <a:pPr marL="12700" marR="88696">
              <a:lnSpc>
                <a:spcPts val="4845"/>
              </a:lnSpc>
            </a:pPr>
            <a:r>
              <a:rPr dirty="0" smtClean="0" sz="4650" spc="-20" b="1">
                <a:solidFill>
                  <a:srgbClr val="F8F9FB"/>
                </a:solidFill>
                <a:latin typeface="Calibri"/>
                <a:cs typeface="Calibri"/>
              </a:rPr>
              <a:t>RA</a:t>
            </a:r>
            <a:r>
              <a:rPr dirty="0" smtClean="0" sz="4650" spc="-20" b="1">
                <a:solidFill>
                  <a:srgbClr val="F8F9FB"/>
                </a:solidFill>
                <a:latin typeface="Calibri"/>
                <a:cs typeface="Calibri"/>
              </a:rPr>
              <a:t>D</a:t>
            </a:r>
            <a:r>
              <a:rPr dirty="0" smtClean="0" sz="4650" spc="-20" b="1">
                <a:solidFill>
                  <a:srgbClr val="F8F9FB"/>
                </a:solidFill>
                <a:latin typeface="Calibri"/>
                <a:cs typeface="Calibri"/>
              </a:rPr>
              <a:t>AR</a:t>
            </a:r>
            <a:r>
              <a:rPr dirty="0" smtClean="0" sz="4650" spc="-20" b="1">
                <a:solidFill>
                  <a:srgbClr val="F8F9FB"/>
                </a:solidFill>
                <a:latin typeface="Calibri"/>
                <a:cs typeface="Calibri"/>
              </a:rPr>
              <a:t> </a:t>
            </a:r>
            <a:r>
              <a:rPr dirty="0" smtClean="0" sz="4650" spc="-20" b="1">
                <a:solidFill>
                  <a:srgbClr val="F8F9FB"/>
                </a:solidFill>
                <a:latin typeface="Calibri"/>
                <a:cs typeface="Calibri"/>
              </a:rPr>
              <a:t>BK</a:t>
            </a:r>
            <a:endParaRPr sz="4650">
              <a:latin typeface="Calibri"/>
              <a:cs typeface="Calibri"/>
            </a:endParaRPr>
          </a:p>
          <a:p>
            <a:pPr marL="12700">
              <a:lnSpc>
                <a:spcPts val="5100"/>
              </a:lnSpc>
              <a:spcBef>
                <a:spcPts val="12"/>
              </a:spcBef>
            </a:pP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Ba</a:t>
            </a: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c</a:t>
            </a: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 </a:t>
            </a: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Si</a:t>
            </a: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n</a:t>
            </a: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y</a:t>
            </a:r>
            <a:r>
              <a:rPr dirty="0" smtClean="0" sz="4650" spc="-16" b="1">
                <a:solidFill>
                  <a:srgbClr val="F8F9FB"/>
                </a:solidFill>
                <a:latin typeface="Calibri"/>
                <a:cs typeface="Calibri"/>
              </a:rPr>
              <a:t>al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5054" y="3116326"/>
            <a:ext cx="4203263" cy="616712"/>
          </a:xfrm>
          <a:prstGeom prst="rect">
            <a:avLst/>
          </a:prstGeom>
        </p:spPr>
        <p:txBody>
          <a:bodyPr wrap="square" lIns="0" tIns="30734" rIns="0" bIns="0" rtlCol="0">
            <a:noAutofit/>
          </a:bodyPr>
          <a:lstStyle/>
          <a:p>
            <a:pPr marL="12700">
              <a:lnSpc>
                <a:spcPts val="4840"/>
              </a:lnSpc>
            </a:pPr>
            <a:r>
              <a:rPr dirty="0" smtClean="0" sz="4650" spc="-6" b="1">
                <a:solidFill>
                  <a:srgbClr val="F8F9FB"/>
                </a:solidFill>
                <a:latin typeface="Calibri"/>
                <a:cs typeface="Calibri"/>
              </a:rPr>
              <a:t>Si</a:t>
            </a:r>
            <a:r>
              <a:rPr dirty="0" smtClean="0" sz="4650" spc="-6" b="1">
                <a:solidFill>
                  <a:srgbClr val="F8F9FB"/>
                </a:solidFill>
                <a:latin typeface="Calibri"/>
                <a:cs typeface="Calibri"/>
              </a:rPr>
              <a:t>s</a:t>
            </a:r>
            <a:r>
              <a:rPr dirty="0" smtClean="0" sz="4650" spc="-6" b="1">
                <a:solidFill>
                  <a:srgbClr val="F8F9FB"/>
                </a:solidFill>
                <a:latin typeface="Calibri"/>
                <a:cs typeface="Calibri"/>
              </a:rPr>
              <a:t>w</a:t>
            </a:r>
            <a:r>
              <a:rPr dirty="0" smtClean="0" sz="4650" spc="-6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r>
              <a:rPr dirty="0" smtClean="0" sz="4650" spc="-6" b="1">
                <a:solidFill>
                  <a:srgbClr val="F8F9FB"/>
                </a:solidFill>
                <a:latin typeface="Calibri"/>
                <a:cs typeface="Calibri"/>
              </a:rPr>
              <a:t> </a:t>
            </a:r>
            <a:r>
              <a:rPr dirty="0" smtClean="0" sz="4650" spc="-6" b="1">
                <a:solidFill>
                  <a:srgbClr val="5FA4F9"/>
                </a:solidFill>
                <a:latin typeface="Calibri"/>
                <a:cs typeface="Calibri"/>
              </a:rPr>
              <a:t>Sejak</a:t>
            </a:r>
            <a:r>
              <a:rPr dirty="0" smtClean="0" sz="4650" spc="-6" b="1">
                <a:solidFill>
                  <a:srgbClr val="5FA4F9"/>
                </a:solidFill>
                <a:latin typeface="Calibri"/>
                <a:cs typeface="Calibri"/>
              </a:rPr>
              <a:t> </a:t>
            </a:r>
            <a:r>
              <a:rPr dirty="0" smtClean="0" sz="4650" spc="-6" b="1">
                <a:solidFill>
                  <a:srgbClr val="5FA4F9"/>
                </a:solidFill>
                <a:latin typeface="Calibri"/>
                <a:cs typeface="Calibri"/>
              </a:rPr>
              <a:t>Dini.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3986022"/>
            <a:ext cx="6284405" cy="506983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P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l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f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o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r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m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mo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o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r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g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p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r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edi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f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ber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b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as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s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d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r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w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y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d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emik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dan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peri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l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u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pa</a:t>
            </a:r>
            <a:endParaRPr sz="1500">
              <a:latin typeface="Calibri"/>
              <a:cs typeface="Calibri"/>
            </a:endParaRPr>
          </a:p>
          <a:p>
            <a:pPr marL="12700" marR="28575">
              <a:lnSpc>
                <a:spcPct val="101725"/>
              </a:lnSpc>
              <a:spcBef>
                <a:spcPts val="378"/>
              </a:spcBef>
            </a:pP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c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h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b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ot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s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p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e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ul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f</a:t>
            </a:r>
            <a:r>
              <a:rPr dirty="0" smtClean="0" sz="1500" spc="-7">
                <a:solidFill>
                  <a:srgbClr val="93A2B8"/>
                </a:solidFill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5856224"/>
            <a:ext cx="2093719" cy="393293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>
              <a:lnSpc>
                <a:spcPts val="1320"/>
              </a:lnSpc>
            </a:pP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h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d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 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P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n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d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 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W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i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r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k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s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0" marR="22860">
              <a:lnSpc>
                <a:spcPct val="101725"/>
              </a:lnSpc>
              <a:spcBef>
                <a:spcPts val="343"/>
              </a:spcBef>
            </a:pP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m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v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y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Jak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•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0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2000" y="5465762"/>
            <a:ext cx="10668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762000" y="5838825"/>
            <a:ext cx="10668000" cy="485775"/>
          </a:xfrm>
          <a:custGeom>
            <a:avLst/>
            <a:gdLst/>
            <a:ahLst/>
            <a:cxnLst/>
            <a:rect l="l" t="t" r="r" b="b"/>
            <a:pathLst>
              <a:path w="10668000" h="485775">
                <a:moveTo>
                  <a:pt x="0" y="114300"/>
                </a:moveTo>
                <a:lnTo>
                  <a:pt x="0" y="371475"/>
                </a:lnTo>
                <a:lnTo>
                  <a:pt x="494" y="382181"/>
                </a:lnTo>
                <a:lnTo>
                  <a:pt x="12183" y="422883"/>
                </a:lnTo>
                <a:lnTo>
                  <a:pt x="37100" y="455769"/>
                </a:lnTo>
                <a:lnTo>
                  <a:pt x="72166" y="477760"/>
                </a:lnTo>
                <a:lnTo>
                  <a:pt x="114300" y="485775"/>
                </a:lnTo>
                <a:lnTo>
                  <a:pt x="10553700" y="485775"/>
                </a:lnTo>
                <a:lnTo>
                  <a:pt x="10592252" y="479109"/>
                </a:lnTo>
                <a:lnTo>
                  <a:pt x="10628086" y="458259"/>
                </a:lnTo>
                <a:lnTo>
                  <a:pt x="10654053" y="426234"/>
                </a:lnTo>
                <a:lnTo>
                  <a:pt x="10667071" y="386114"/>
                </a:lnTo>
                <a:lnTo>
                  <a:pt x="10668000" y="371475"/>
                </a:lnTo>
                <a:lnTo>
                  <a:pt x="10668000" y="114300"/>
                </a:lnTo>
                <a:lnTo>
                  <a:pt x="10661333" y="75742"/>
                </a:lnTo>
                <a:lnTo>
                  <a:pt x="10640480" y="39908"/>
                </a:lnTo>
                <a:lnTo>
                  <a:pt x="10608453" y="13944"/>
                </a:lnTo>
                <a:lnTo>
                  <a:pt x="10568337" y="928"/>
                </a:lnTo>
                <a:lnTo>
                  <a:pt x="10553700" y="0"/>
                </a:lnTo>
                <a:lnTo>
                  <a:pt x="114300" y="0"/>
                </a:lnTo>
                <a:lnTo>
                  <a:pt x="75742" y="6665"/>
                </a:lnTo>
                <a:lnTo>
                  <a:pt x="39908" y="27515"/>
                </a:lnTo>
                <a:lnTo>
                  <a:pt x="13944" y="59540"/>
                </a:lnTo>
                <a:lnTo>
                  <a:pt x="928" y="99660"/>
                </a:lnTo>
                <a:lnTo>
                  <a:pt x="0" y="114300"/>
                </a:lnTo>
                <a:close/>
              </a:path>
            </a:pathLst>
          </a:custGeom>
          <a:solidFill>
            <a:srgbClr val="EEF6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990600" y="5995987"/>
            <a:ext cx="171450" cy="1714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762000" y="2433574"/>
            <a:ext cx="3403600" cy="2295525"/>
          </a:xfrm>
          <a:custGeom>
            <a:avLst/>
            <a:gdLst/>
            <a:ahLst/>
            <a:cxnLst/>
            <a:rect l="l" t="t" r="r" b="b"/>
            <a:pathLst>
              <a:path w="3403600" h="2295525">
                <a:moveTo>
                  <a:pt x="0" y="152400"/>
                </a:moveTo>
                <a:lnTo>
                  <a:pt x="0" y="2143125"/>
                </a:lnTo>
                <a:lnTo>
                  <a:pt x="659" y="2157404"/>
                </a:lnTo>
                <a:lnTo>
                  <a:pt x="10536" y="2198929"/>
                </a:lnTo>
                <a:lnTo>
                  <a:pt x="30912" y="2235164"/>
                </a:lnTo>
                <a:lnTo>
                  <a:pt x="60053" y="2264378"/>
                </a:lnTo>
                <a:lnTo>
                  <a:pt x="96227" y="2284841"/>
                </a:lnTo>
                <a:lnTo>
                  <a:pt x="137698" y="2294825"/>
                </a:lnTo>
                <a:lnTo>
                  <a:pt x="152400" y="2295525"/>
                </a:lnTo>
                <a:lnTo>
                  <a:pt x="3251200" y="2295525"/>
                </a:lnTo>
                <a:lnTo>
                  <a:pt x="3293619" y="2289536"/>
                </a:lnTo>
                <a:lnTo>
                  <a:pt x="3331799" y="2272473"/>
                </a:lnTo>
                <a:lnTo>
                  <a:pt x="3363557" y="2246067"/>
                </a:lnTo>
                <a:lnTo>
                  <a:pt x="3387151" y="2212046"/>
                </a:lnTo>
                <a:lnTo>
                  <a:pt x="3400839" y="2172142"/>
                </a:lnTo>
                <a:lnTo>
                  <a:pt x="3403600" y="2143125"/>
                </a:lnTo>
                <a:lnTo>
                  <a:pt x="3403600" y="152400"/>
                </a:lnTo>
                <a:lnTo>
                  <a:pt x="3397601" y="109980"/>
                </a:lnTo>
                <a:lnTo>
                  <a:pt x="3380518" y="71800"/>
                </a:lnTo>
                <a:lnTo>
                  <a:pt x="3354092" y="40042"/>
                </a:lnTo>
                <a:lnTo>
                  <a:pt x="3320065" y="16448"/>
                </a:lnTo>
                <a:lnTo>
                  <a:pt x="3280182" y="2760"/>
                </a:lnTo>
                <a:lnTo>
                  <a:pt x="3251200" y="0"/>
                </a:lnTo>
                <a:lnTo>
                  <a:pt x="152400" y="0"/>
                </a:lnTo>
                <a:lnTo>
                  <a:pt x="109948" y="5998"/>
                </a:lnTo>
                <a:lnTo>
                  <a:pt x="71761" y="23081"/>
                </a:lnTo>
                <a:lnTo>
                  <a:pt x="40011" y="49507"/>
                </a:lnTo>
                <a:lnTo>
                  <a:pt x="16432" y="83534"/>
                </a:lnTo>
                <a:lnTo>
                  <a:pt x="2757" y="123417"/>
                </a:lnTo>
                <a:lnTo>
                  <a:pt x="0" y="15240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028700" y="2738374"/>
            <a:ext cx="457200" cy="457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152525" y="2862199"/>
            <a:ext cx="209550" cy="2095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4394200" y="2433574"/>
            <a:ext cx="3403473" cy="2295525"/>
          </a:xfrm>
          <a:custGeom>
            <a:avLst/>
            <a:gdLst/>
            <a:ahLst/>
            <a:cxnLst/>
            <a:rect l="l" t="t" r="r" b="b"/>
            <a:pathLst>
              <a:path w="3403473" h="2295525">
                <a:moveTo>
                  <a:pt x="0" y="152400"/>
                </a:moveTo>
                <a:lnTo>
                  <a:pt x="0" y="2143125"/>
                </a:lnTo>
                <a:lnTo>
                  <a:pt x="659" y="2157404"/>
                </a:lnTo>
                <a:lnTo>
                  <a:pt x="10531" y="2198929"/>
                </a:lnTo>
                <a:lnTo>
                  <a:pt x="30900" y="2235164"/>
                </a:lnTo>
                <a:lnTo>
                  <a:pt x="60037" y="2264378"/>
                </a:lnTo>
                <a:lnTo>
                  <a:pt x="96211" y="2284841"/>
                </a:lnTo>
                <a:lnTo>
                  <a:pt x="137692" y="2294825"/>
                </a:lnTo>
                <a:lnTo>
                  <a:pt x="152400" y="2295525"/>
                </a:lnTo>
                <a:lnTo>
                  <a:pt x="3251073" y="2295525"/>
                </a:lnTo>
                <a:lnTo>
                  <a:pt x="3293538" y="2289536"/>
                </a:lnTo>
                <a:lnTo>
                  <a:pt x="3331728" y="2272473"/>
                </a:lnTo>
                <a:lnTo>
                  <a:pt x="3363474" y="2246067"/>
                </a:lnTo>
                <a:lnTo>
                  <a:pt x="3387047" y="2212046"/>
                </a:lnTo>
                <a:lnTo>
                  <a:pt x="3400716" y="2172142"/>
                </a:lnTo>
                <a:lnTo>
                  <a:pt x="3403473" y="2143125"/>
                </a:lnTo>
                <a:lnTo>
                  <a:pt x="3403473" y="152400"/>
                </a:lnTo>
                <a:lnTo>
                  <a:pt x="3397484" y="109980"/>
                </a:lnTo>
                <a:lnTo>
                  <a:pt x="3380421" y="71800"/>
                </a:lnTo>
                <a:lnTo>
                  <a:pt x="3354015" y="40042"/>
                </a:lnTo>
                <a:lnTo>
                  <a:pt x="3319994" y="16448"/>
                </a:lnTo>
                <a:lnTo>
                  <a:pt x="3280090" y="2760"/>
                </a:lnTo>
                <a:lnTo>
                  <a:pt x="3251073" y="0"/>
                </a:lnTo>
                <a:lnTo>
                  <a:pt x="152400" y="0"/>
                </a:lnTo>
                <a:lnTo>
                  <a:pt x="109934" y="5998"/>
                </a:lnTo>
                <a:lnTo>
                  <a:pt x="71744" y="23081"/>
                </a:lnTo>
                <a:lnTo>
                  <a:pt x="39998" y="49507"/>
                </a:lnTo>
                <a:lnTo>
                  <a:pt x="16425" y="83534"/>
                </a:lnTo>
                <a:lnTo>
                  <a:pt x="2756" y="123417"/>
                </a:lnTo>
                <a:lnTo>
                  <a:pt x="0" y="15240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4660900" y="2738374"/>
            <a:ext cx="457200" cy="457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4756150" y="2862199"/>
            <a:ext cx="266700" cy="2095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8026273" y="2433574"/>
            <a:ext cx="3403600" cy="2295525"/>
          </a:xfrm>
          <a:custGeom>
            <a:avLst/>
            <a:gdLst/>
            <a:ahLst/>
            <a:cxnLst/>
            <a:rect l="l" t="t" r="r" b="b"/>
            <a:pathLst>
              <a:path w="3403600" h="2295525">
                <a:moveTo>
                  <a:pt x="0" y="152400"/>
                </a:moveTo>
                <a:lnTo>
                  <a:pt x="0" y="2143125"/>
                </a:lnTo>
                <a:lnTo>
                  <a:pt x="659" y="2157404"/>
                </a:lnTo>
                <a:lnTo>
                  <a:pt x="10531" y="2198929"/>
                </a:lnTo>
                <a:lnTo>
                  <a:pt x="30900" y="2235164"/>
                </a:lnTo>
                <a:lnTo>
                  <a:pt x="60037" y="2264378"/>
                </a:lnTo>
                <a:lnTo>
                  <a:pt x="96211" y="2284841"/>
                </a:lnTo>
                <a:lnTo>
                  <a:pt x="137692" y="2294825"/>
                </a:lnTo>
                <a:lnTo>
                  <a:pt x="152400" y="2295525"/>
                </a:lnTo>
                <a:lnTo>
                  <a:pt x="3251200" y="2295525"/>
                </a:lnTo>
                <a:lnTo>
                  <a:pt x="3293665" y="2289536"/>
                </a:lnTo>
                <a:lnTo>
                  <a:pt x="3331855" y="2272473"/>
                </a:lnTo>
                <a:lnTo>
                  <a:pt x="3363601" y="2246067"/>
                </a:lnTo>
                <a:lnTo>
                  <a:pt x="3387174" y="2212046"/>
                </a:lnTo>
                <a:lnTo>
                  <a:pt x="3400843" y="2172142"/>
                </a:lnTo>
                <a:lnTo>
                  <a:pt x="3403600" y="2143125"/>
                </a:lnTo>
                <a:lnTo>
                  <a:pt x="3403600" y="152400"/>
                </a:lnTo>
                <a:lnTo>
                  <a:pt x="3397611" y="109980"/>
                </a:lnTo>
                <a:lnTo>
                  <a:pt x="3380548" y="71800"/>
                </a:lnTo>
                <a:lnTo>
                  <a:pt x="3354142" y="40042"/>
                </a:lnTo>
                <a:lnTo>
                  <a:pt x="3320121" y="16448"/>
                </a:lnTo>
                <a:lnTo>
                  <a:pt x="3280217" y="2760"/>
                </a:lnTo>
                <a:lnTo>
                  <a:pt x="3251200" y="0"/>
                </a:lnTo>
                <a:lnTo>
                  <a:pt x="152400" y="0"/>
                </a:lnTo>
                <a:lnTo>
                  <a:pt x="109934" y="5998"/>
                </a:lnTo>
                <a:lnTo>
                  <a:pt x="71744" y="23081"/>
                </a:lnTo>
                <a:lnTo>
                  <a:pt x="39998" y="49507"/>
                </a:lnTo>
                <a:lnTo>
                  <a:pt x="16425" y="83534"/>
                </a:lnTo>
                <a:lnTo>
                  <a:pt x="2756" y="123417"/>
                </a:lnTo>
                <a:lnTo>
                  <a:pt x="0" y="15240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8292973" y="2738374"/>
            <a:ext cx="457200" cy="45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8388223" y="2862199"/>
            <a:ext cx="266700" cy="2095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49300" y="564261"/>
            <a:ext cx="1432059" cy="159512"/>
          </a:xfrm>
          <a:prstGeom prst="rect">
            <a:avLst/>
          </a:prstGeom>
        </p:spPr>
        <p:txBody>
          <a:bodyPr wrap="square" lIns="0" tIns="7461" rIns="0" bIns="0" rtlCol="0">
            <a:noAutofit/>
          </a:bodyPr>
          <a:lstStyle/>
          <a:p>
            <a:pPr marL="12700">
              <a:lnSpc>
                <a:spcPts val="1175"/>
              </a:lnSpc>
            </a:pP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NG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PANG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300" y="832865"/>
            <a:ext cx="656216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12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2700" spc="-12" b="1">
                <a:solidFill>
                  <a:srgbClr val="0E172A"/>
                </a:solidFill>
                <a:latin typeface="Calibri"/>
                <a:cs typeface="Calibri"/>
              </a:rPr>
              <a:t>i</a:t>
            </a:r>
            <a:r>
              <a:rPr dirty="0" smtClean="0" sz="2700" spc="-12" b="1">
                <a:solidFill>
                  <a:srgbClr val="0E172A"/>
                </a:solidFill>
                <a:latin typeface="Calibri"/>
                <a:cs typeface="Calibri"/>
              </a:rPr>
              <a:t>g</a:t>
            </a:r>
            <a:r>
              <a:rPr dirty="0" smtClean="0" sz="2700" spc="-12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7325" y="832865"/>
            <a:ext cx="1221630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7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2700" spc="-7" b="1">
                <a:solidFill>
                  <a:srgbClr val="0E172A"/>
                </a:solidFill>
                <a:latin typeface="Calibri"/>
                <a:cs typeface="Calibri"/>
              </a:rPr>
              <a:t>endala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30106" y="832865"/>
            <a:ext cx="1034822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U</a:t>
            </a: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ama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6693" y="832865"/>
            <a:ext cx="785238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b="1">
                <a:solidFill>
                  <a:srgbClr val="0E172A"/>
                </a:solidFill>
                <a:latin typeface="Calibri"/>
                <a:cs typeface="Calibri"/>
              </a:rPr>
              <a:t>Guru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54334" y="832865"/>
            <a:ext cx="456569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b="1">
                <a:solidFill>
                  <a:srgbClr val="0E172A"/>
                </a:solidFill>
                <a:latin typeface="Calibri"/>
                <a:cs typeface="Calibri"/>
              </a:rPr>
              <a:t>BK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3371596"/>
            <a:ext cx="1854936" cy="215900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erl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m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b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n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D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500" spc="-7" b="1">
                <a:solidFill>
                  <a:srgbClr val="0E172A"/>
                </a:solidFill>
                <a:latin typeface="Calibri"/>
                <a:cs typeface="Calibri"/>
              </a:rPr>
              <a:t>si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8962" y="3371596"/>
            <a:ext cx="1648168" cy="215900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D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Si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l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o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&amp;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r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seb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500" spc="-8" b="1">
                <a:solidFill>
                  <a:srgbClr val="0E172A"/>
                </a:solidFill>
                <a:latin typeface="Calibri"/>
                <a:cs typeface="Calibri"/>
              </a:rPr>
              <a:t>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1543" y="3371596"/>
            <a:ext cx="2163628" cy="215900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ebu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uhan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S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or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u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n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500" spc="-5" b="1">
                <a:solidFill>
                  <a:srgbClr val="0E172A"/>
                </a:solidFill>
                <a:latin typeface="Calibri"/>
                <a:cs typeface="Calibri"/>
              </a:rPr>
              <a:t>abel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3784473"/>
            <a:ext cx="2699258" cy="635076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>
              <a:lnSpc>
                <a:spcPts val="1320"/>
              </a:lnSpc>
            </a:pP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G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ru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aru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m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y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ari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ru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f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o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m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0" marR="22860">
              <a:lnSpc>
                <a:spcPct val="101725"/>
              </a:lnSpc>
              <a:spcBef>
                <a:spcPts val="269"/>
              </a:spcBef>
            </a:pP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sis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w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lah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ilai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jl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h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ir</a:t>
            </a:r>
            <a:endParaRPr sz="1200">
              <a:latin typeface="Calibri"/>
              <a:cs typeface="Calibri"/>
            </a:endParaRPr>
          </a:p>
          <a:p>
            <a:pPr marL="12700" marR="22860">
              <a:lnSpc>
                <a:spcPct val="101725"/>
              </a:lnSpc>
              <a:spcBef>
                <a:spcPts val="335"/>
              </a:spcBef>
            </a:pPr>
            <a:r>
              <a:rPr dirty="0" smtClean="0" sz="1200" spc="-14">
                <a:solidFill>
                  <a:srgbClr val="465469"/>
                </a:solidFill>
                <a:latin typeface="Calibri"/>
                <a:cs typeface="Calibri"/>
              </a:rPr>
              <a:t>sem</a:t>
            </a:r>
            <a:r>
              <a:rPr dirty="0" smtClean="0" sz="1200" spc="-14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4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200" spc="-14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14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4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14">
                <a:solidFill>
                  <a:srgbClr val="465469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8962" y="3784473"/>
            <a:ext cx="2837304" cy="635076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 marR="27905">
              <a:lnSpc>
                <a:spcPts val="1320"/>
              </a:lnSpc>
            </a:pP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C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b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se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si,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am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el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g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g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,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-3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269"/>
              </a:spcBef>
            </a:pP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en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ilai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sim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isah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vi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alisasi</a:t>
            </a:r>
            <a:endParaRPr sz="1200">
              <a:latin typeface="Calibri"/>
              <a:cs typeface="Calibri"/>
            </a:endParaRPr>
          </a:p>
          <a:p>
            <a:pPr marL="12700" marR="27905">
              <a:lnSpc>
                <a:spcPct val="101725"/>
              </a:lnSpc>
              <a:spcBef>
                <a:spcPts val="335"/>
              </a:spcBef>
            </a:pP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er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200" spc="0">
                <a:solidFill>
                  <a:srgbClr val="465469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81543" y="3784473"/>
            <a:ext cx="2857524" cy="635076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>
              <a:lnSpc>
                <a:spcPts val="1320"/>
              </a:lnSpc>
            </a:pP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h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m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o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ilaian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o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j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if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se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1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  <a:p>
            <a:pPr marL="12700" marR="22859">
              <a:lnSpc>
                <a:spcPct val="101725"/>
              </a:lnSpc>
              <a:spcBef>
                <a:spcPts val="269"/>
              </a:spcBef>
            </a:pP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or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it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b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me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am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isi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c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h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  <a:p>
            <a:pPr marL="12700" marR="22859">
              <a:lnSpc>
                <a:spcPct val="101725"/>
              </a:lnSpc>
              <a:spcBef>
                <a:spcPts val="335"/>
              </a:spcBef>
            </a:pP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h</a:t>
            </a:r>
            <a:r>
              <a:rPr dirty="0" smtClean="0" sz="1200" spc="-2">
                <a:solidFill>
                  <a:srgbClr val="465469"/>
                </a:solidFill>
                <a:latin typeface="Calibri"/>
                <a:cs typeface="Calibri"/>
              </a:rPr>
              <a:t>asia.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263777" y="6006338"/>
            <a:ext cx="6666097" cy="168656"/>
          </a:xfrm>
          <a:prstGeom prst="rect">
            <a:avLst/>
          </a:prstGeom>
        </p:spPr>
        <p:txBody>
          <a:bodyPr wrap="square" lIns="0" tIns="7874" rIns="0" bIns="0" rtlCol="0">
            <a:noAutofit/>
          </a:bodyPr>
          <a:lstStyle/>
          <a:p>
            <a:pPr marL="12700">
              <a:lnSpc>
                <a:spcPts val="1240"/>
              </a:lnSpc>
            </a:pP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Batas</a:t>
            </a: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E</a:t>
            </a: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t</a:t>
            </a: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s</a:t>
            </a: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:</a:t>
            </a:r>
            <a:r>
              <a:rPr dirty="0" smtClean="0" sz="1100" spc="6" b="1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DAR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BK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b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f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u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gsi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b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g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l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at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k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g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d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ka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o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kua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f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,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b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u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kan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p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en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g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g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ses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k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o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l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g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ma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u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1E40AE"/>
                </a:solidFill>
                <a:latin typeface="Calibri"/>
                <a:cs typeface="Calibri"/>
              </a:rPr>
              <a:t>a.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682752" y="1901939"/>
            <a:ext cx="4498848" cy="1199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731520" y="1927987"/>
            <a:ext cx="4405757" cy="1105662"/>
          </a:xfrm>
          <a:custGeom>
            <a:avLst/>
            <a:gdLst/>
            <a:ahLst/>
            <a:cxnLst/>
            <a:rect l="l" t="t" r="r" b="b"/>
            <a:pathLst>
              <a:path w="4405757" h="1105662">
                <a:moveTo>
                  <a:pt x="0" y="184276"/>
                </a:moveTo>
                <a:lnTo>
                  <a:pt x="0" y="921385"/>
                </a:lnTo>
                <a:lnTo>
                  <a:pt x="610" y="936509"/>
                </a:lnTo>
                <a:lnTo>
                  <a:pt x="9395" y="979661"/>
                </a:lnTo>
                <a:lnTo>
                  <a:pt x="27611" y="1018490"/>
                </a:lnTo>
                <a:lnTo>
                  <a:pt x="53978" y="1051718"/>
                </a:lnTo>
                <a:lnTo>
                  <a:pt x="87214" y="1078072"/>
                </a:lnTo>
                <a:lnTo>
                  <a:pt x="126040" y="1096275"/>
                </a:lnTo>
                <a:lnTo>
                  <a:pt x="169175" y="1105051"/>
                </a:lnTo>
                <a:lnTo>
                  <a:pt x="184289" y="1105662"/>
                </a:lnTo>
                <a:lnTo>
                  <a:pt x="4221480" y="1105662"/>
                </a:lnTo>
                <a:lnTo>
                  <a:pt x="4265748" y="1100311"/>
                </a:lnTo>
                <a:lnTo>
                  <a:pt x="4306145" y="1085108"/>
                </a:lnTo>
                <a:lnTo>
                  <a:pt x="4341386" y="1061330"/>
                </a:lnTo>
                <a:lnTo>
                  <a:pt x="4370188" y="1030251"/>
                </a:lnTo>
                <a:lnTo>
                  <a:pt x="4391269" y="993147"/>
                </a:lnTo>
                <a:lnTo>
                  <a:pt x="4403343" y="951295"/>
                </a:lnTo>
                <a:lnTo>
                  <a:pt x="4405757" y="921385"/>
                </a:lnTo>
                <a:lnTo>
                  <a:pt x="4405757" y="184276"/>
                </a:lnTo>
                <a:lnTo>
                  <a:pt x="4400398" y="139966"/>
                </a:lnTo>
                <a:lnTo>
                  <a:pt x="4385179" y="99555"/>
                </a:lnTo>
                <a:lnTo>
                  <a:pt x="4361382" y="64318"/>
                </a:lnTo>
                <a:lnTo>
                  <a:pt x="4330291" y="35531"/>
                </a:lnTo>
                <a:lnTo>
                  <a:pt x="4293189" y="14470"/>
                </a:lnTo>
                <a:lnTo>
                  <a:pt x="4251359" y="2409"/>
                </a:lnTo>
                <a:lnTo>
                  <a:pt x="4221480" y="0"/>
                </a:lnTo>
                <a:lnTo>
                  <a:pt x="184289" y="0"/>
                </a:lnTo>
                <a:lnTo>
                  <a:pt x="140003" y="5350"/>
                </a:lnTo>
                <a:lnTo>
                  <a:pt x="99599" y="20553"/>
                </a:lnTo>
                <a:lnTo>
                  <a:pt x="64356" y="44331"/>
                </a:lnTo>
                <a:lnTo>
                  <a:pt x="35557" y="75410"/>
                </a:lnTo>
                <a:lnTo>
                  <a:pt x="14482" y="112514"/>
                </a:lnTo>
                <a:lnTo>
                  <a:pt x="2412" y="154366"/>
                </a:lnTo>
                <a:lnTo>
                  <a:pt x="0" y="184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731520" y="1927987"/>
            <a:ext cx="4405757" cy="1105662"/>
          </a:xfrm>
          <a:custGeom>
            <a:avLst/>
            <a:gdLst/>
            <a:ahLst/>
            <a:cxnLst/>
            <a:rect l="l" t="t" r="r" b="b"/>
            <a:pathLst>
              <a:path w="4405757" h="1105662">
                <a:moveTo>
                  <a:pt x="0" y="184276"/>
                </a:moveTo>
                <a:lnTo>
                  <a:pt x="5356" y="139966"/>
                </a:lnTo>
                <a:lnTo>
                  <a:pt x="20570" y="99555"/>
                </a:lnTo>
                <a:lnTo>
                  <a:pt x="44362" y="64318"/>
                </a:lnTo>
                <a:lnTo>
                  <a:pt x="75451" y="35531"/>
                </a:lnTo>
                <a:lnTo>
                  <a:pt x="112556" y="14470"/>
                </a:lnTo>
                <a:lnTo>
                  <a:pt x="154397" y="2409"/>
                </a:lnTo>
                <a:lnTo>
                  <a:pt x="184289" y="0"/>
                </a:lnTo>
                <a:lnTo>
                  <a:pt x="4221480" y="0"/>
                </a:lnTo>
                <a:lnTo>
                  <a:pt x="4265748" y="5350"/>
                </a:lnTo>
                <a:lnTo>
                  <a:pt x="4306145" y="20553"/>
                </a:lnTo>
                <a:lnTo>
                  <a:pt x="4341386" y="44331"/>
                </a:lnTo>
                <a:lnTo>
                  <a:pt x="4370188" y="75410"/>
                </a:lnTo>
                <a:lnTo>
                  <a:pt x="4391269" y="112514"/>
                </a:lnTo>
                <a:lnTo>
                  <a:pt x="4403343" y="154366"/>
                </a:lnTo>
                <a:lnTo>
                  <a:pt x="4405757" y="184276"/>
                </a:lnTo>
                <a:lnTo>
                  <a:pt x="4405757" y="921385"/>
                </a:lnTo>
                <a:lnTo>
                  <a:pt x="4400398" y="965695"/>
                </a:lnTo>
                <a:lnTo>
                  <a:pt x="4385179" y="1006106"/>
                </a:lnTo>
                <a:lnTo>
                  <a:pt x="4361382" y="1041343"/>
                </a:lnTo>
                <a:lnTo>
                  <a:pt x="4330291" y="1070130"/>
                </a:lnTo>
                <a:lnTo>
                  <a:pt x="4293189" y="1091191"/>
                </a:lnTo>
                <a:lnTo>
                  <a:pt x="4251359" y="1103252"/>
                </a:lnTo>
                <a:lnTo>
                  <a:pt x="4221480" y="1105662"/>
                </a:lnTo>
                <a:lnTo>
                  <a:pt x="184289" y="1105662"/>
                </a:lnTo>
                <a:lnTo>
                  <a:pt x="140003" y="1100311"/>
                </a:lnTo>
                <a:lnTo>
                  <a:pt x="99599" y="1085108"/>
                </a:lnTo>
                <a:lnTo>
                  <a:pt x="64356" y="1061330"/>
                </a:lnTo>
                <a:lnTo>
                  <a:pt x="35557" y="1030251"/>
                </a:lnTo>
                <a:lnTo>
                  <a:pt x="14482" y="993147"/>
                </a:lnTo>
                <a:lnTo>
                  <a:pt x="2412" y="951295"/>
                </a:lnTo>
                <a:lnTo>
                  <a:pt x="0" y="921385"/>
                </a:lnTo>
                <a:lnTo>
                  <a:pt x="0" y="184276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682752" y="3229355"/>
            <a:ext cx="4498848" cy="14493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731520" y="3255137"/>
            <a:ext cx="4405757" cy="1356614"/>
          </a:xfrm>
          <a:custGeom>
            <a:avLst/>
            <a:gdLst/>
            <a:ahLst/>
            <a:cxnLst/>
            <a:rect l="l" t="t" r="r" b="b"/>
            <a:pathLst>
              <a:path w="4405757" h="1356614">
                <a:moveTo>
                  <a:pt x="0" y="226187"/>
                </a:moveTo>
                <a:lnTo>
                  <a:pt x="0" y="1130554"/>
                </a:lnTo>
                <a:lnTo>
                  <a:pt x="749" y="1149093"/>
                </a:lnTo>
                <a:lnTo>
                  <a:pt x="11527" y="1202003"/>
                </a:lnTo>
                <a:lnTo>
                  <a:pt x="33875" y="1249628"/>
                </a:lnTo>
                <a:lnTo>
                  <a:pt x="66224" y="1290399"/>
                </a:lnTo>
                <a:lnTo>
                  <a:pt x="107001" y="1322742"/>
                </a:lnTo>
                <a:lnTo>
                  <a:pt x="154635" y="1345088"/>
                </a:lnTo>
                <a:lnTo>
                  <a:pt x="207555" y="1355864"/>
                </a:lnTo>
                <a:lnTo>
                  <a:pt x="226098" y="1356614"/>
                </a:lnTo>
                <a:lnTo>
                  <a:pt x="4179696" y="1356614"/>
                </a:lnTo>
                <a:lnTo>
                  <a:pt x="4234019" y="1350043"/>
                </a:lnTo>
                <a:lnTo>
                  <a:pt x="4283580" y="1331379"/>
                </a:lnTo>
                <a:lnTo>
                  <a:pt x="4326810" y="1302194"/>
                </a:lnTo>
                <a:lnTo>
                  <a:pt x="4362138" y="1264058"/>
                </a:lnTo>
                <a:lnTo>
                  <a:pt x="4387990" y="1218543"/>
                </a:lnTo>
                <a:lnTo>
                  <a:pt x="4402798" y="1167220"/>
                </a:lnTo>
                <a:lnTo>
                  <a:pt x="4405757" y="1130554"/>
                </a:lnTo>
                <a:lnTo>
                  <a:pt x="4405757" y="226187"/>
                </a:lnTo>
                <a:lnTo>
                  <a:pt x="4399186" y="171815"/>
                </a:lnTo>
                <a:lnTo>
                  <a:pt x="4380522" y="122219"/>
                </a:lnTo>
                <a:lnTo>
                  <a:pt x="4351337" y="78967"/>
                </a:lnTo>
                <a:lnTo>
                  <a:pt x="4313201" y="43627"/>
                </a:lnTo>
                <a:lnTo>
                  <a:pt x="4267686" y="17768"/>
                </a:lnTo>
                <a:lnTo>
                  <a:pt x="4216363" y="2959"/>
                </a:lnTo>
                <a:lnTo>
                  <a:pt x="4179696" y="0"/>
                </a:lnTo>
                <a:lnTo>
                  <a:pt x="226098" y="0"/>
                </a:lnTo>
                <a:lnTo>
                  <a:pt x="171765" y="6570"/>
                </a:lnTo>
                <a:lnTo>
                  <a:pt x="122194" y="25237"/>
                </a:lnTo>
                <a:lnTo>
                  <a:pt x="78957" y="54431"/>
                </a:lnTo>
                <a:lnTo>
                  <a:pt x="43625" y="92582"/>
                </a:lnTo>
                <a:lnTo>
                  <a:pt x="17768" y="138124"/>
                </a:lnTo>
                <a:lnTo>
                  <a:pt x="2959" y="189486"/>
                </a:lnTo>
                <a:lnTo>
                  <a:pt x="0" y="226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731520" y="3255137"/>
            <a:ext cx="4405757" cy="1356614"/>
          </a:xfrm>
          <a:custGeom>
            <a:avLst/>
            <a:gdLst/>
            <a:ahLst/>
            <a:cxnLst/>
            <a:rect l="l" t="t" r="r" b="b"/>
            <a:pathLst>
              <a:path w="4405757" h="1356614">
                <a:moveTo>
                  <a:pt x="0" y="226187"/>
                </a:moveTo>
                <a:lnTo>
                  <a:pt x="6571" y="171815"/>
                </a:lnTo>
                <a:lnTo>
                  <a:pt x="25237" y="122219"/>
                </a:lnTo>
                <a:lnTo>
                  <a:pt x="54427" y="78967"/>
                </a:lnTo>
                <a:lnTo>
                  <a:pt x="92569" y="43627"/>
                </a:lnTo>
                <a:lnTo>
                  <a:pt x="138092" y="17768"/>
                </a:lnTo>
                <a:lnTo>
                  <a:pt x="189424" y="2959"/>
                </a:lnTo>
                <a:lnTo>
                  <a:pt x="226098" y="0"/>
                </a:lnTo>
                <a:lnTo>
                  <a:pt x="4179696" y="0"/>
                </a:lnTo>
                <a:lnTo>
                  <a:pt x="4234019" y="6570"/>
                </a:lnTo>
                <a:lnTo>
                  <a:pt x="4283580" y="25237"/>
                </a:lnTo>
                <a:lnTo>
                  <a:pt x="4326810" y="54431"/>
                </a:lnTo>
                <a:lnTo>
                  <a:pt x="4362138" y="92582"/>
                </a:lnTo>
                <a:lnTo>
                  <a:pt x="4387990" y="138124"/>
                </a:lnTo>
                <a:lnTo>
                  <a:pt x="4402798" y="189486"/>
                </a:lnTo>
                <a:lnTo>
                  <a:pt x="4405757" y="226187"/>
                </a:lnTo>
                <a:lnTo>
                  <a:pt x="4405757" y="1130554"/>
                </a:lnTo>
                <a:lnTo>
                  <a:pt x="4399186" y="1184876"/>
                </a:lnTo>
                <a:lnTo>
                  <a:pt x="4380522" y="1234437"/>
                </a:lnTo>
                <a:lnTo>
                  <a:pt x="4351337" y="1277667"/>
                </a:lnTo>
                <a:lnTo>
                  <a:pt x="4313201" y="1312995"/>
                </a:lnTo>
                <a:lnTo>
                  <a:pt x="4267686" y="1338847"/>
                </a:lnTo>
                <a:lnTo>
                  <a:pt x="4216363" y="1353655"/>
                </a:lnTo>
                <a:lnTo>
                  <a:pt x="4179696" y="1356614"/>
                </a:lnTo>
                <a:lnTo>
                  <a:pt x="226098" y="1356614"/>
                </a:lnTo>
                <a:lnTo>
                  <a:pt x="171765" y="1350043"/>
                </a:lnTo>
                <a:lnTo>
                  <a:pt x="122194" y="1331379"/>
                </a:lnTo>
                <a:lnTo>
                  <a:pt x="78957" y="1302194"/>
                </a:lnTo>
                <a:lnTo>
                  <a:pt x="43625" y="1264058"/>
                </a:lnTo>
                <a:lnTo>
                  <a:pt x="17768" y="1218543"/>
                </a:lnTo>
                <a:lnTo>
                  <a:pt x="2959" y="1167220"/>
                </a:lnTo>
                <a:lnTo>
                  <a:pt x="0" y="1130554"/>
                </a:lnTo>
                <a:lnTo>
                  <a:pt x="0" y="226187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682752" y="4806696"/>
            <a:ext cx="4498848" cy="14508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731520" y="4833239"/>
            <a:ext cx="4405757" cy="1356550"/>
          </a:xfrm>
          <a:custGeom>
            <a:avLst/>
            <a:gdLst/>
            <a:ahLst/>
            <a:cxnLst/>
            <a:rect l="l" t="t" r="r" b="b"/>
            <a:pathLst>
              <a:path w="4405757" h="1356550">
                <a:moveTo>
                  <a:pt x="0" y="226060"/>
                </a:moveTo>
                <a:lnTo>
                  <a:pt x="0" y="1130452"/>
                </a:lnTo>
                <a:lnTo>
                  <a:pt x="749" y="1148995"/>
                </a:lnTo>
                <a:lnTo>
                  <a:pt x="11527" y="1201915"/>
                </a:lnTo>
                <a:lnTo>
                  <a:pt x="33875" y="1249549"/>
                </a:lnTo>
                <a:lnTo>
                  <a:pt x="66224" y="1290326"/>
                </a:lnTo>
                <a:lnTo>
                  <a:pt x="107001" y="1322674"/>
                </a:lnTo>
                <a:lnTo>
                  <a:pt x="154635" y="1345023"/>
                </a:lnTo>
                <a:lnTo>
                  <a:pt x="207555" y="1355800"/>
                </a:lnTo>
                <a:lnTo>
                  <a:pt x="226098" y="1356550"/>
                </a:lnTo>
                <a:lnTo>
                  <a:pt x="4179696" y="1356550"/>
                </a:lnTo>
                <a:lnTo>
                  <a:pt x="4234019" y="1349979"/>
                </a:lnTo>
                <a:lnTo>
                  <a:pt x="4283580" y="1331313"/>
                </a:lnTo>
                <a:lnTo>
                  <a:pt x="4326810" y="1302123"/>
                </a:lnTo>
                <a:lnTo>
                  <a:pt x="4362138" y="1263981"/>
                </a:lnTo>
                <a:lnTo>
                  <a:pt x="4387990" y="1218458"/>
                </a:lnTo>
                <a:lnTo>
                  <a:pt x="4402798" y="1167125"/>
                </a:lnTo>
                <a:lnTo>
                  <a:pt x="4405757" y="1130452"/>
                </a:lnTo>
                <a:lnTo>
                  <a:pt x="4405757" y="226060"/>
                </a:lnTo>
                <a:lnTo>
                  <a:pt x="4399186" y="171737"/>
                </a:lnTo>
                <a:lnTo>
                  <a:pt x="4380522" y="122176"/>
                </a:lnTo>
                <a:lnTo>
                  <a:pt x="4351337" y="78946"/>
                </a:lnTo>
                <a:lnTo>
                  <a:pt x="4313201" y="43618"/>
                </a:lnTo>
                <a:lnTo>
                  <a:pt x="4267686" y="17766"/>
                </a:lnTo>
                <a:lnTo>
                  <a:pt x="4216363" y="2958"/>
                </a:lnTo>
                <a:lnTo>
                  <a:pt x="4179696" y="0"/>
                </a:lnTo>
                <a:lnTo>
                  <a:pt x="226098" y="0"/>
                </a:lnTo>
                <a:lnTo>
                  <a:pt x="171765" y="6570"/>
                </a:lnTo>
                <a:lnTo>
                  <a:pt x="122194" y="25234"/>
                </a:lnTo>
                <a:lnTo>
                  <a:pt x="78957" y="54419"/>
                </a:lnTo>
                <a:lnTo>
                  <a:pt x="43625" y="92555"/>
                </a:lnTo>
                <a:lnTo>
                  <a:pt x="17768" y="138070"/>
                </a:lnTo>
                <a:lnTo>
                  <a:pt x="2959" y="189393"/>
                </a:lnTo>
                <a:lnTo>
                  <a:pt x="0" y="2260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731520" y="4833239"/>
            <a:ext cx="4405757" cy="1356550"/>
          </a:xfrm>
          <a:custGeom>
            <a:avLst/>
            <a:gdLst/>
            <a:ahLst/>
            <a:cxnLst/>
            <a:rect l="l" t="t" r="r" b="b"/>
            <a:pathLst>
              <a:path w="4405757" h="1356550">
                <a:moveTo>
                  <a:pt x="0" y="226060"/>
                </a:moveTo>
                <a:lnTo>
                  <a:pt x="6571" y="171737"/>
                </a:lnTo>
                <a:lnTo>
                  <a:pt x="25237" y="122176"/>
                </a:lnTo>
                <a:lnTo>
                  <a:pt x="54427" y="78946"/>
                </a:lnTo>
                <a:lnTo>
                  <a:pt x="92569" y="43618"/>
                </a:lnTo>
                <a:lnTo>
                  <a:pt x="138092" y="17766"/>
                </a:lnTo>
                <a:lnTo>
                  <a:pt x="189424" y="2958"/>
                </a:lnTo>
                <a:lnTo>
                  <a:pt x="226098" y="0"/>
                </a:lnTo>
                <a:lnTo>
                  <a:pt x="4179696" y="0"/>
                </a:lnTo>
                <a:lnTo>
                  <a:pt x="4234019" y="6570"/>
                </a:lnTo>
                <a:lnTo>
                  <a:pt x="4283580" y="25234"/>
                </a:lnTo>
                <a:lnTo>
                  <a:pt x="4326810" y="54419"/>
                </a:lnTo>
                <a:lnTo>
                  <a:pt x="4362138" y="92555"/>
                </a:lnTo>
                <a:lnTo>
                  <a:pt x="4387990" y="138070"/>
                </a:lnTo>
                <a:lnTo>
                  <a:pt x="4402798" y="189393"/>
                </a:lnTo>
                <a:lnTo>
                  <a:pt x="4405757" y="226060"/>
                </a:lnTo>
                <a:lnTo>
                  <a:pt x="4405757" y="1130452"/>
                </a:lnTo>
                <a:lnTo>
                  <a:pt x="4399186" y="1184785"/>
                </a:lnTo>
                <a:lnTo>
                  <a:pt x="4380522" y="1234355"/>
                </a:lnTo>
                <a:lnTo>
                  <a:pt x="4351337" y="1277592"/>
                </a:lnTo>
                <a:lnTo>
                  <a:pt x="4313201" y="1312925"/>
                </a:lnTo>
                <a:lnTo>
                  <a:pt x="4267686" y="1338782"/>
                </a:lnTo>
                <a:lnTo>
                  <a:pt x="4216363" y="1353591"/>
                </a:lnTo>
                <a:lnTo>
                  <a:pt x="4179696" y="1356550"/>
                </a:lnTo>
                <a:lnTo>
                  <a:pt x="226098" y="1356550"/>
                </a:lnTo>
                <a:lnTo>
                  <a:pt x="171765" y="1349979"/>
                </a:lnTo>
                <a:lnTo>
                  <a:pt x="122194" y="1331313"/>
                </a:lnTo>
                <a:lnTo>
                  <a:pt x="78957" y="1302123"/>
                </a:lnTo>
                <a:lnTo>
                  <a:pt x="43625" y="1263981"/>
                </a:lnTo>
                <a:lnTo>
                  <a:pt x="17768" y="1218458"/>
                </a:lnTo>
                <a:lnTo>
                  <a:pt x="2959" y="1167125"/>
                </a:lnTo>
                <a:lnTo>
                  <a:pt x="0" y="1130452"/>
                </a:lnTo>
                <a:lnTo>
                  <a:pt x="0" y="226060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5442077" y="2247011"/>
            <a:ext cx="6478397" cy="3264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0260" y="514222"/>
            <a:ext cx="1333687" cy="151892"/>
          </a:xfrm>
          <a:prstGeom prst="rect">
            <a:avLst/>
          </a:prstGeom>
        </p:spPr>
        <p:txBody>
          <a:bodyPr wrap="square" lIns="0" tIns="7080" rIns="0" bIns="0" rtlCol="0">
            <a:noAutofit/>
          </a:bodyPr>
          <a:lstStyle/>
          <a:p>
            <a:pPr marL="12700">
              <a:lnSpc>
                <a:spcPts val="1115"/>
              </a:lnSpc>
            </a:pP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F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&amp;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K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PT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U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00" spc="-3" b="1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60" y="863473"/>
            <a:ext cx="4848619" cy="304291"/>
          </a:xfrm>
          <a:prstGeom prst="rect">
            <a:avLst/>
          </a:prstGeom>
        </p:spPr>
        <p:txBody>
          <a:bodyPr wrap="square" lIns="0" tIns="14859" rIns="0" bIns="0" rtlCol="0">
            <a:noAutofit/>
          </a:bodyPr>
          <a:lstStyle/>
          <a:p>
            <a:pPr marL="12700">
              <a:lnSpc>
                <a:spcPts val="2340"/>
              </a:lnSpc>
            </a:pP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Men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g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en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l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RA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AR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BK: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i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em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si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Di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2200" spc="-10" b="1">
                <a:solidFill>
                  <a:srgbClr val="1E293A"/>
                </a:solidFill>
                <a:latin typeface="Calibri"/>
                <a:cs typeface="Calibri"/>
              </a:rPr>
              <a:t>i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5691" y="863473"/>
            <a:ext cx="971295" cy="304291"/>
          </a:xfrm>
          <a:prstGeom prst="rect">
            <a:avLst/>
          </a:prstGeom>
        </p:spPr>
        <p:txBody>
          <a:bodyPr wrap="square" lIns="0" tIns="14859" rIns="0" bIns="0" rtlCol="0">
            <a:noAutofit/>
          </a:bodyPr>
          <a:lstStyle/>
          <a:p>
            <a:pPr marL="12700">
              <a:lnSpc>
                <a:spcPts val="2340"/>
              </a:lnSpc>
            </a:pPr>
            <a:r>
              <a:rPr dirty="0" smtClean="0" sz="2200" spc="-9" b="1">
                <a:solidFill>
                  <a:srgbClr val="1E293A"/>
                </a:solidFill>
                <a:latin typeface="Calibri"/>
                <a:cs typeface="Calibri"/>
              </a:rPr>
              <a:t>Se</a:t>
            </a:r>
            <a:r>
              <a:rPr dirty="0" smtClean="0" sz="2200" spc="-9" b="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2200" spc="-9" b="1">
                <a:solidFill>
                  <a:srgbClr val="1E293A"/>
                </a:solidFill>
                <a:latin typeface="Calibri"/>
                <a:cs typeface="Calibri"/>
              </a:rPr>
              <a:t>ol</a:t>
            </a:r>
            <a:r>
              <a:rPr dirty="0" smtClean="0" sz="2200" spc="-9" b="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2200" spc="-9" b="1">
                <a:solidFill>
                  <a:srgbClr val="1E293A"/>
                </a:solidFill>
                <a:latin typeface="Calibri"/>
                <a:cs typeface="Calibri"/>
              </a:rPr>
              <a:t>h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25208" y="863473"/>
            <a:ext cx="727663" cy="304291"/>
          </a:xfrm>
          <a:prstGeom prst="rect">
            <a:avLst/>
          </a:prstGeom>
        </p:spPr>
        <p:txBody>
          <a:bodyPr wrap="square" lIns="0" tIns="14859" rIns="0" bIns="0" rtlCol="0">
            <a:noAutofit/>
          </a:bodyPr>
          <a:lstStyle/>
          <a:p>
            <a:pPr marL="12700">
              <a:lnSpc>
                <a:spcPts val="2340"/>
              </a:lnSpc>
            </a:pPr>
            <a:r>
              <a:rPr dirty="0" smtClean="0" sz="2200" spc="-1" b="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2200" spc="-1" b="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2200" spc="-1" b="1">
                <a:solidFill>
                  <a:srgbClr val="1E293A"/>
                </a:solidFill>
                <a:latin typeface="Calibri"/>
                <a:cs typeface="Calibri"/>
              </a:rPr>
              <a:t>sar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60" y="1433829"/>
            <a:ext cx="4400287" cy="177800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>
              <a:lnSpc>
                <a:spcPts val="1320"/>
              </a:lnSpc>
            </a:pP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B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an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g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g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an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em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sel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,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m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lai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an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men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ali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3">
                <a:solidFill>
                  <a:srgbClr val="63748A"/>
                </a:solidFill>
                <a:latin typeface="Calibri"/>
                <a:cs typeface="Calibri"/>
              </a:rPr>
              <a:t>ik.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7394" y="2109089"/>
            <a:ext cx="1674465" cy="228092"/>
          </a:xfrm>
          <a:prstGeom prst="rect">
            <a:avLst/>
          </a:prstGeom>
        </p:spPr>
        <p:txBody>
          <a:bodyPr wrap="square" lIns="0" tIns="10953" rIns="0" bIns="0" rtlCol="0">
            <a:noAutofit/>
          </a:bodyPr>
          <a:lstStyle/>
          <a:p>
            <a:pPr marL="12700">
              <a:lnSpc>
                <a:spcPts val="1725"/>
              </a:lnSpc>
            </a:pP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p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itu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R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D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R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B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K</a:t>
            </a:r>
            <a:r>
              <a:rPr dirty="0" smtClean="0" sz="1600" spc="-5" b="1">
                <a:solidFill>
                  <a:srgbClr val="1E3989"/>
                </a:solidFill>
                <a:latin typeface="Calibri"/>
                <a:cs typeface="Calibri"/>
              </a:rPr>
              <a:t>?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7394" y="2520188"/>
            <a:ext cx="3468184" cy="360679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>
              <a:lnSpc>
                <a:spcPts val="1320"/>
              </a:lnSpc>
            </a:pP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p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li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asi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w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eb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lo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al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asis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Flask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y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g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c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g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h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  <a:p>
            <a:pPr marL="12700" marR="22860">
              <a:lnSpc>
                <a:spcPts val="1440"/>
              </a:lnSpc>
              <a:spcBef>
                <a:spcPts val="6"/>
              </a:spcBef>
            </a:pP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G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ru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an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W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ali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el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r>
              <a:rPr dirty="0" smtClean="0" sz="1200" spc="-3">
                <a:solidFill>
                  <a:srgbClr val="1E293A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1415" y="3560826"/>
            <a:ext cx="3197131" cy="228092"/>
          </a:xfrm>
          <a:prstGeom prst="rect">
            <a:avLst/>
          </a:prstGeom>
        </p:spPr>
        <p:txBody>
          <a:bodyPr wrap="square" lIns="0" tIns="10953" rIns="0" bIns="0" rtlCol="0">
            <a:noAutofit/>
          </a:bodyPr>
          <a:lstStyle/>
          <a:p>
            <a:pPr marL="12700">
              <a:lnSpc>
                <a:spcPts val="1725"/>
              </a:lnSpc>
            </a:pP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Prinsip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U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t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am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: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Obje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k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tif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&amp;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T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r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ans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p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r</a:t>
            </a:r>
            <a:r>
              <a:rPr dirty="0" smtClean="0" sz="1600" spc="-8" b="1">
                <a:solidFill>
                  <a:srgbClr val="1E3989"/>
                </a:solidFill>
                <a:latin typeface="Calibri"/>
                <a:cs typeface="Calibri"/>
              </a:rPr>
              <a:t>an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1415" y="3971696"/>
            <a:ext cx="3179187" cy="361289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Me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g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gu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an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p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emo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elan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or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risi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o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ermi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i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ik</a:t>
            </a:r>
            <a:endParaRPr sz="1200">
              <a:latin typeface="Calibri"/>
              <a:cs typeface="Calibri"/>
            </a:endParaRPr>
          </a:p>
          <a:p>
            <a:pPr marL="12700" marR="22905">
              <a:lnSpc>
                <a:spcPts val="1445"/>
              </a:lnSpc>
              <a:spcBef>
                <a:spcPts val="5"/>
              </a:spcBef>
            </a:pP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asis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(rul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-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ase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)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y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g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j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las.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364" y="5096383"/>
            <a:ext cx="2542265" cy="228092"/>
          </a:xfrm>
          <a:prstGeom prst="rect">
            <a:avLst/>
          </a:prstGeom>
        </p:spPr>
        <p:txBody>
          <a:bodyPr wrap="square" lIns="0" tIns="10953" rIns="0" bIns="0" rtlCol="0">
            <a:noAutofit/>
          </a:bodyPr>
          <a:lstStyle/>
          <a:p>
            <a:pPr marL="12700">
              <a:lnSpc>
                <a:spcPts val="1725"/>
              </a:lnSpc>
            </a:pP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Ba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t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as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E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ti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k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&amp;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K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e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manan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D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t</a:t>
            </a:r>
            <a:r>
              <a:rPr dirty="0" smtClean="0" sz="1600" spc="-9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15364" y="5507532"/>
            <a:ext cx="3062093" cy="360679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>
              <a:lnSpc>
                <a:spcPts val="1320"/>
              </a:lnSpc>
            </a:pP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1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0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0%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o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p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asi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jari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g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lo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al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(o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f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f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li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e).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TI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1200" spc="-1">
                <a:solidFill>
                  <a:srgbClr val="1E293A"/>
                </a:solidFill>
                <a:latin typeface="Calibri"/>
                <a:cs typeface="Calibri"/>
              </a:rPr>
              <a:t>AK</a:t>
            </a:r>
            <a:endParaRPr sz="1200">
              <a:latin typeface="Calibri"/>
              <a:cs typeface="Calibri"/>
            </a:endParaRPr>
          </a:p>
          <a:p>
            <a:pPr marL="12700" marR="22860">
              <a:lnSpc>
                <a:spcPts val="1440"/>
              </a:lnSpc>
              <a:spcBef>
                <a:spcPts val="6"/>
              </a:spcBef>
            </a:pP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me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c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h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asia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c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h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o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seli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1E293A"/>
                </a:solidFill>
                <a:latin typeface="Calibri"/>
                <a:cs typeface="Calibri"/>
              </a:rPr>
              <a:t>g.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716013" y="2147062"/>
            <a:ext cx="5162562" cy="1076325"/>
          </a:xfrm>
          <a:custGeom>
            <a:avLst/>
            <a:gdLst/>
            <a:ahLst/>
            <a:cxnLst/>
            <a:rect l="l" t="t" r="r" b="b"/>
            <a:pathLst>
              <a:path w="5162562" h="1076325">
                <a:moveTo>
                  <a:pt x="0" y="133350"/>
                </a:moveTo>
                <a:lnTo>
                  <a:pt x="0" y="942975"/>
                </a:lnTo>
                <a:lnTo>
                  <a:pt x="576" y="955457"/>
                </a:lnTo>
                <a:lnTo>
                  <a:pt x="11235" y="996638"/>
                </a:lnTo>
                <a:lnTo>
                  <a:pt x="33610" y="1031495"/>
                </a:lnTo>
                <a:lnTo>
                  <a:pt x="65438" y="1057766"/>
                </a:lnTo>
                <a:lnTo>
                  <a:pt x="104453" y="1073187"/>
                </a:lnTo>
                <a:lnTo>
                  <a:pt x="133337" y="1076325"/>
                </a:lnTo>
                <a:lnTo>
                  <a:pt x="5029212" y="1076325"/>
                </a:lnTo>
                <a:lnTo>
                  <a:pt x="5069747" y="1070055"/>
                </a:lnTo>
                <a:lnTo>
                  <a:pt x="5106961" y="1051334"/>
                </a:lnTo>
                <a:lnTo>
                  <a:pt x="5136342" y="1022405"/>
                </a:lnTo>
                <a:lnTo>
                  <a:pt x="5155630" y="985532"/>
                </a:lnTo>
                <a:lnTo>
                  <a:pt x="5162562" y="942975"/>
                </a:lnTo>
                <a:lnTo>
                  <a:pt x="5162562" y="133350"/>
                </a:lnTo>
                <a:lnTo>
                  <a:pt x="5156292" y="92814"/>
                </a:lnTo>
                <a:lnTo>
                  <a:pt x="5137571" y="55601"/>
                </a:lnTo>
                <a:lnTo>
                  <a:pt x="5108643" y="26219"/>
                </a:lnTo>
                <a:lnTo>
                  <a:pt x="5071769" y="6931"/>
                </a:lnTo>
                <a:lnTo>
                  <a:pt x="5029212" y="0"/>
                </a:lnTo>
                <a:lnTo>
                  <a:pt x="133337" y="0"/>
                </a:lnTo>
                <a:lnTo>
                  <a:pt x="92820" y="6267"/>
                </a:lnTo>
                <a:lnTo>
                  <a:pt x="55608" y="24987"/>
                </a:lnTo>
                <a:lnTo>
                  <a:pt x="26225" y="53915"/>
                </a:lnTo>
                <a:lnTo>
                  <a:pt x="6933" y="90791"/>
                </a:lnTo>
                <a:lnTo>
                  <a:pt x="0" y="13335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944613" y="2413762"/>
            <a:ext cx="200025" cy="266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716013" y="3413887"/>
            <a:ext cx="5162562" cy="1076325"/>
          </a:xfrm>
          <a:custGeom>
            <a:avLst/>
            <a:gdLst/>
            <a:ahLst/>
            <a:cxnLst/>
            <a:rect l="l" t="t" r="r" b="b"/>
            <a:pathLst>
              <a:path w="5162562" h="1076325">
                <a:moveTo>
                  <a:pt x="0" y="133350"/>
                </a:moveTo>
                <a:lnTo>
                  <a:pt x="0" y="942975"/>
                </a:lnTo>
                <a:lnTo>
                  <a:pt x="576" y="955457"/>
                </a:lnTo>
                <a:lnTo>
                  <a:pt x="11235" y="996638"/>
                </a:lnTo>
                <a:lnTo>
                  <a:pt x="33610" y="1031495"/>
                </a:lnTo>
                <a:lnTo>
                  <a:pt x="65438" y="1057766"/>
                </a:lnTo>
                <a:lnTo>
                  <a:pt x="104453" y="1073187"/>
                </a:lnTo>
                <a:lnTo>
                  <a:pt x="133337" y="1076325"/>
                </a:lnTo>
                <a:lnTo>
                  <a:pt x="5029212" y="1076325"/>
                </a:lnTo>
                <a:lnTo>
                  <a:pt x="5069747" y="1070055"/>
                </a:lnTo>
                <a:lnTo>
                  <a:pt x="5106961" y="1051334"/>
                </a:lnTo>
                <a:lnTo>
                  <a:pt x="5136342" y="1022405"/>
                </a:lnTo>
                <a:lnTo>
                  <a:pt x="5155630" y="985532"/>
                </a:lnTo>
                <a:lnTo>
                  <a:pt x="5162562" y="942975"/>
                </a:lnTo>
                <a:lnTo>
                  <a:pt x="5162562" y="133350"/>
                </a:lnTo>
                <a:lnTo>
                  <a:pt x="5156292" y="92814"/>
                </a:lnTo>
                <a:lnTo>
                  <a:pt x="5137571" y="55601"/>
                </a:lnTo>
                <a:lnTo>
                  <a:pt x="5108643" y="26219"/>
                </a:lnTo>
                <a:lnTo>
                  <a:pt x="5071769" y="6931"/>
                </a:lnTo>
                <a:lnTo>
                  <a:pt x="5029212" y="0"/>
                </a:lnTo>
                <a:lnTo>
                  <a:pt x="133337" y="0"/>
                </a:lnTo>
                <a:lnTo>
                  <a:pt x="92820" y="6267"/>
                </a:lnTo>
                <a:lnTo>
                  <a:pt x="55608" y="24987"/>
                </a:lnTo>
                <a:lnTo>
                  <a:pt x="26225" y="53915"/>
                </a:lnTo>
                <a:lnTo>
                  <a:pt x="6933" y="90791"/>
                </a:lnTo>
                <a:lnTo>
                  <a:pt x="0" y="13335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944613" y="3680587"/>
            <a:ext cx="266700" cy="266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743394" y="4680712"/>
            <a:ext cx="5162613" cy="723900"/>
          </a:xfrm>
          <a:custGeom>
            <a:avLst/>
            <a:gdLst/>
            <a:ahLst/>
            <a:cxnLst/>
            <a:rect l="l" t="t" r="r" b="b"/>
            <a:pathLst>
              <a:path w="5162613" h="723900">
                <a:moveTo>
                  <a:pt x="0" y="133350"/>
                </a:moveTo>
                <a:lnTo>
                  <a:pt x="0" y="590550"/>
                </a:lnTo>
                <a:lnTo>
                  <a:pt x="577" y="603042"/>
                </a:lnTo>
                <a:lnTo>
                  <a:pt x="11238" y="644220"/>
                </a:lnTo>
                <a:lnTo>
                  <a:pt x="33615" y="679074"/>
                </a:lnTo>
                <a:lnTo>
                  <a:pt x="65444" y="705342"/>
                </a:lnTo>
                <a:lnTo>
                  <a:pt x="104462" y="720763"/>
                </a:lnTo>
                <a:lnTo>
                  <a:pt x="133350" y="723900"/>
                </a:lnTo>
                <a:lnTo>
                  <a:pt x="5029263" y="723900"/>
                </a:lnTo>
                <a:lnTo>
                  <a:pt x="5069750" y="717630"/>
                </a:lnTo>
                <a:lnTo>
                  <a:pt x="5106956" y="698909"/>
                </a:lnTo>
                <a:lnTo>
                  <a:pt x="5136356" y="669980"/>
                </a:lnTo>
                <a:lnTo>
                  <a:pt x="5155669" y="633107"/>
                </a:lnTo>
                <a:lnTo>
                  <a:pt x="5162613" y="590550"/>
                </a:lnTo>
                <a:lnTo>
                  <a:pt x="5162613" y="133350"/>
                </a:lnTo>
                <a:lnTo>
                  <a:pt x="5156332" y="92814"/>
                </a:lnTo>
                <a:lnTo>
                  <a:pt x="5137586" y="55601"/>
                </a:lnTo>
                <a:lnTo>
                  <a:pt x="5108639" y="26219"/>
                </a:lnTo>
                <a:lnTo>
                  <a:pt x="5071771" y="6931"/>
                </a:lnTo>
                <a:lnTo>
                  <a:pt x="5029263" y="0"/>
                </a:lnTo>
                <a:lnTo>
                  <a:pt x="133350" y="0"/>
                </a:lnTo>
                <a:lnTo>
                  <a:pt x="92819" y="6269"/>
                </a:lnTo>
                <a:lnTo>
                  <a:pt x="55606" y="24990"/>
                </a:lnTo>
                <a:lnTo>
                  <a:pt x="26223" y="53919"/>
                </a:lnTo>
                <a:lnTo>
                  <a:pt x="6933" y="90792"/>
                </a:lnTo>
                <a:lnTo>
                  <a:pt x="0" y="133350"/>
                </a:lnTo>
                <a:close/>
              </a:path>
            </a:pathLst>
          </a:custGeom>
          <a:solidFill>
            <a:srgbClr val="FDF1F1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971994" y="4937887"/>
            <a:ext cx="209550" cy="209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6267450" y="3810000"/>
            <a:ext cx="5162550" cy="1571625"/>
          </a:xfrm>
          <a:custGeom>
            <a:avLst/>
            <a:gdLst/>
            <a:ahLst/>
            <a:cxnLst/>
            <a:rect l="l" t="t" r="r" b="b"/>
            <a:pathLst>
              <a:path w="5162550" h="1571625">
                <a:moveTo>
                  <a:pt x="0" y="133350"/>
                </a:moveTo>
                <a:lnTo>
                  <a:pt x="0" y="1438275"/>
                </a:lnTo>
                <a:lnTo>
                  <a:pt x="577" y="1450767"/>
                </a:lnTo>
                <a:lnTo>
                  <a:pt x="11236" y="1491945"/>
                </a:lnTo>
                <a:lnTo>
                  <a:pt x="33611" y="1526799"/>
                </a:lnTo>
                <a:lnTo>
                  <a:pt x="65439" y="1553067"/>
                </a:lnTo>
                <a:lnTo>
                  <a:pt x="104458" y="1568488"/>
                </a:lnTo>
                <a:lnTo>
                  <a:pt x="133350" y="1571625"/>
                </a:lnTo>
                <a:lnTo>
                  <a:pt x="5029200" y="1571625"/>
                </a:lnTo>
                <a:lnTo>
                  <a:pt x="5069735" y="1565355"/>
                </a:lnTo>
                <a:lnTo>
                  <a:pt x="5106948" y="1546634"/>
                </a:lnTo>
                <a:lnTo>
                  <a:pt x="5136330" y="1517705"/>
                </a:lnTo>
                <a:lnTo>
                  <a:pt x="5155618" y="1480832"/>
                </a:lnTo>
                <a:lnTo>
                  <a:pt x="5162550" y="1438275"/>
                </a:lnTo>
                <a:lnTo>
                  <a:pt x="5162550" y="133350"/>
                </a:lnTo>
                <a:lnTo>
                  <a:pt x="5156280" y="92814"/>
                </a:lnTo>
                <a:lnTo>
                  <a:pt x="5137559" y="55601"/>
                </a:lnTo>
                <a:lnTo>
                  <a:pt x="5108630" y="26219"/>
                </a:lnTo>
                <a:lnTo>
                  <a:pt x="5071757" y="6931"/>
                </a:lnTo>
                <a:lnTo>
                  <a:pt x="5029200" y="0"/>
                </a:lnTo>
                <a:lnTo>
                  <a:pt x="133350" y="0"/>
                </a:lnTo>
                <a:lnTo>
                  <a:pt x="92814" y="6269"/>
                </a:lnTo>
                <a:lnTo>
                  <a:pt x="55601" y="24990"/>
                </a:lnTo>
                <a:lnTo>
                  <a:pt x="26219" y="53919"/>
                </a:lnTo>
                <a:lnTo>
                  <a:pt x="6931" y="90792"/>
                </a:lnTo>
                <a:lnTo>
                  <a:pt x="0" y="13335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6496050" y="4362450"/>
            <a:ext cx="2420111" cy="790575"/>
          </a:xfrm>
          <a:custGeom>
            <a:avLst/>
            <a:gdLst/>
            <a:ahLst/>
            <a:cxnLst/>
            <a:rect l="l" t="t" r="r" b="b"/>
            <a:pathLst>
              <a:path w="2420111" h="790575">
                <a:moveTo>
                  <a:pt x="0" y="95250"/>
                </a:moveTo>
                <a:lnTo>
                  <a:pt x="0" y="695325"/>
                </a:lnTo>
                <a:lnTo>
                  <a:pt x="412" y="704242"/>
                </a:lnTo>
                <a:lnTo>
                  <a:pt x="13513" y="744235"/>
                </a:lnTo>
                <a:lnTo>
                  <a:pt x="41748" y="774125"/>
                </a:lnTo>
                <a:lnTo>
                  <a:pt x="80670" y="789464"/>
                </a:lnTo>
                <a:lnTo>
                  <a:pt x="95250" y="790575"/>
                </a:lnTo>
                <a:lnTo>
                  <a:pt x="2324861" y="790575"/>
                </a:lnTo>
                <a:lnTo>
                  <a:pt x="2373772" y="777061"/>
                </a:lnTo>
                <a:lnTo>
                  <a:pt x="2403662" y="748826"/>
                </a:lnTo>
                <a:lnTo>
                  <a:pt x="2419001" y="709904"/>
                </a:lnTo>
                <a:lnTo>
                  <a:pt x="2420111" y="695325"/>
                </a:lnTo>
                <a:lnTo>
                  <a:pt x="2420111" y="95250"/>
                </a:lnTo>
                <a:lnTo>
                  <a:pt x="2406598" y="46339"/>
                </a:lnTo>
                <a:lnTo>
                  <a:pt x="2378363" y="16449"/>
                </a:lnTo>
                <a:lnTo>
                  <a:pt x="2339441" y="1110"/>
                </a:lnTo>
                <a:lnTo>
                  <a:pt x="2324861" y="0"/>
                </a:lnTo>
                <a:lnTo>
                  <a:pt x="95250" y="0"/>
                </a:lnTo>
                <a:lnTo>
                  <a:pt x="46339" y="13513"/>
                </a:lnTo>
                <a:lnTo>
                  <a:pt x="16449" y="41748"/>
                </a:lnTo>
                <a:lnTo>
                  <a:pt x="1110" y="80670"/>
                </a:lnTo>
                <a:lnTo>
                  <a:pt x="0" y="95250"/>
                </a:lnTo>
                <a:close/>
              </a:path>
            </a:pathLst>
          </a:custGeom>
          <a:solidFill>
            <a:srgbClr val="DCFBE7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9106662" y="4362450"/>
            <a:ext cx="2094738" cy="790575"/>
          </a:xfrm>
          <a:custGeom>
            <a:avLst/>
            <a:gdLst/>
            <a:ahLst/>
            <a:cxnLst/>
            <a:rect l="l" t="t" r="r" b="b"/>
            <a:pathLst>
              <a:path w="2094738" h="790575">
                <a:moveTo>
                  <a:pt x="0" y="95250"/>
                </a:moveTo>
                <a:lnTo>
                  <a:pt x="0" y="695325"/>
                </a:lnTo>
                <a:lnTo>
                  <a:pt x="412" y="704242"/>
                </a:lnTo>
                <a:lnTo>
                  <a:pt x="13513" y="744235"/>
                </a:lnTo>
                <a:lnTo>
                  <a:pt x="41748" y="774125"/>
                </a:lnTo>
                <a:lnTo>
                  <a:pt x="80670" y="789464"/>
                </a:lnTo>
                <a:lnTo>
                  <a:pt x="95250" y="790575"/>
                </a:lnTo>
                <a:lnTo>
                  <a:pt x="1999488" y="790575"/>
                </a:lnTo>
                <a:lnTo>
                  <a:pt x="2048398" y="777061"/>
                </a:lnTo>
                <a:lnTo>
                  <a:pt x="2078288" y="748826"/>
                </a:lnTo>
                <a:lnTo>
                  <a:pt x="2093627" y="709904"/>
                </a:lnTo>
                <a:lnTo>
                  <a:pt x="2094738" y="695325"/>
                </a:lnTo>
                <a:lnTo>
                  <a:pt x="2094738" y="95250"/>
                </a:lnTo>
                <a:lnTo>
                  <a:pt x="2081224" y="46339"/>
                </a:lnTo>
                <a:lnTo>
                  <a:pt x="2052989" y="16449"/>
                </a:lnTo>
                <a:lnTo>
                  <a:pt x="2014067" y="1110"/>
                </a:lnTo>
                <a:lnTo>
                  <a:pt x="1999488" y="0"/>
                </a:lnTo>
                <a:lnTo>
                  <a:pt x="95250" y="0"/>
                </a:lnTo>
                <a:lnTo>
                  <a:pt x="46339" y="13513"/>
                </a:lnTo>
                <a:lnTo>
                  <a:pt x="16449" y="41748"/>
                </a:lnTo>
                <a:lnTo>
                  <a:pt x="1110" y="80670"/>
                </a:lnTo>
                <a:lnTo>
                  <a:pt x="0" y="95250"/>
                </a:lnTo>
                <a:close/>
              </a:path>
            </a:pathLst>
          </a:custGeom>
          <a:solidFill>
            <a:srgbClr val="FDE1E1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6267450" y="2438400"/>
            <a:ext cx="2505075" cy="1219200"/>
          </a:xfrm>
          <a:custGeom>
            <a:avLst/>
            <a:gdLst/>
            <a:ahLst/>
            <a:cxnLst/>
            <a:rect l="l" t="t" r="r" b="b"/>
            <a:pathLst>
              <a:path w="2505075" h="1219200">
                <a:moveTo>
                  <a:pt x="0" y="133350"/>
                </a:moveTo>
                <a:lnTo>
                  <a:pt x="0" y="1085850"/>
                </a:lnTo>
                <a:lnTo>
                  <a:pt x="577" y="1098342"/>
                </a:lnTo>
                <a:lnTo>
                  <a:pt x="11236" y="1139520"/>
                </a:lnTo>
                <a:lnTo>
                  <a:pt x="33611" y="1174374"/>
                </a:lnTo>
                <a:lnTo>
                  <a:pt x="65439" y="1200642"/>
                </a:lnTo>
                <a:lnTo>
                  <a:pt x="104458" y="1216063"/>
                </a:lnTo>
                <a:lnTo>
                  <a:pt x="133350" y="1219200"/>
                </a:lnTo>
                <a:lnTo>
                  <a:pt x="2371725" y="1219200"/>
                </a:lnTo>
                <a:lnTo>
                  <a:pt x="2412260" y="1212930"/>
                </a:lnTo>
                <a:lnTo>
                  <a:pt x="2449473" y="1194209"/>
                </a:lnTo>
                <a:lnTo>
                  <a:pt x="2478855" y="1165280"/>
                </a:lnTo>
                <a:lnTo>
                  <a:pt x="2498143" y="1128407"/>
                </a:lnTo>
                <a:lnTo>
                  <a:pt x="2505075" y="1085850"/>
                </a:lnTo>
                <a:lnTo>
                  <a:pt x="2505075" y="133350"/>
                </a:lnTo>
                <a:lnTo>
                  <a:pt x="2498805" y="92814"/>
                </a:lnTo>
                <a:lnTo>
                  <a:pt x="2480084" y="55601"/>
                </a:lnTo>
                <a:lnTo>
                  <a:pt x="2451155" y="26219"/>
                </a:lnTo>
                <a:lnTo>
                  <a:pt x="2414282" y="6931"/>
                </a:lnTo>
                <a:lnTo>
                  <a:pt x="2371725" y="0"/>
                </a:lnTo>
                <a:lnTo>
                  <a:pt x="133350" y="0"/>
                </a:lnTo>
                <a:lnTo>
                  <a:pt x="92814" y="6269"/>
                </a:lnTo>
                <a:lnTo>
                  <a:pt x="55601" y="24990"/>
                </a:lnTo>
                <a:lnTo>
                  <a:pt x="26219" y="53919"/>
                </a:lnTo>
                <a:lnTo>
                  <a:pt x="6931" y="90792"/>
                </a:lnTo>
                <a:lnTo>
                  <a:pt x="0" y="13335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8924925" y="2438400"/>
            <a:ext cx="2505075" cy="1219200"/>
          </a:xfrm>
          <a:custGeom>
            <a:avLst/>
            <a:gdLst/>
            <a:ahLst/>
            <a:cxnLst/>
            <a:rect l="l" t="t" r="r" b="b"/>
            <a:pathLst>
              <a:path w="2505075" h="1219200">
                <a:moveTo>
                  <a:pt x="0" y="133350"/>
                </a:moveTo>
                <a:lnTo>
                  <a:pt x="0" y="1085850"/>
                </a:lnTo>
                <a:lnTo>
                  <a:pt x="577" y="1098342"/>
                </a:lnTo>
                <a:lnTo>
                  <a:pt x="11236" y="1139520"/>
                </a:lnTo>
                <a:lnTo>
                  <a:pt x="33611" y="1174374"/>
                </a:lnTo>
                <a:lnTo>
                  <a:pt x="65439" y="1200642"/>
                </a:lnTo>
                <a:lnTo>
                  <a:pt x="104458" y="1216063"/>
                </a:lnTo>
                <a:lnTo>
                  <a:pt x="133350" y="1219200"/>
                </a:lnTo>
                <a:lnTo>
                  <a:pt x="2371725" y="1219200"/>
                </a:lnTo>
                <a:lnTo>
                  <a:pt x="2412260" y="1212930"/>
                </a:lnTo>
                <a:lnTo>
                  <a:pt x="2449473" y="1194209"/>
                </a:lnTo>
                <a:lnTo>
                  <a:pt x="2478855" y="1165280"/>
                </a:lnTo>
                <a:lnTo>
                  <a:pt x="2498143" y="1128407"/>
                </a:lnTo>
                <a:lnTo>
                  <a:pt x="2505075" y="1085850"/>
                </a:lnTo>
                <a:lnTo>
                  <a:pt x="2505075" y="133350"/>
                </a:lnTo>
                <a:lnTo>
                  <a:pt x="2498805" y="92814"/>
                </a:lnTo>
                <a:lnTo>
                  <a:pt x="2480084" y="55601"/>
                </a:lnTo>
                <a:lnTo>
                  <a:pt x="2451155" y="26219"/>
                </a:lnTo>
                <a:lnTo>
                  <a:pt x="2414282" y="6931"/>
                </a:lnTo>
                <a:lnTo>
                  <a:pt x="2371725" y="0"/>
                </a:lnTo>
                <a:lnTo>
                  <a:pt x="133350" y="0"/>
                </a:lnTo>
                <a:lnTo>
                  <a:pt x="92814" y="6269"/>
                </a:lnTo>
                <a:lnTo>
                  <a:pt x="55601" y="24990"/>
                </a:lnTo>
                <a:lnTo>
                  <a:pt x="26219" y="53919"/>
                </a:lnTo>
                <a:lnTo>
                  <a:pt x="6931" y="90792"/>
                </a:lnTo>
                <a:lnTo>
                  <a:pt x="0" y="133350"/>
                </a:lnTo>
                <a:close/>
              </a:path>
            </a:pathLst>
          </a:custGeom>
          <a:solidFill>
            <a:srgbClr val="F0F5F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49300" y="544855"/>
            <a:ext cx="3212238" cy="159816"/>
          </a:xfrm>
          <a:prstGeom prst="rect">
            <a:avLst/>
          </a:prstGeom>
        </p:spPr>
        <p:txBody>
          <a:bodyPr wrap="square" lIns="0" tIns="7461" rIns="0" bIns="0" rtlCol="0">
            <a:noAutofit/>
          </a:bodyPr>
          <a:lstStyle/>
          <a:p>
            <a:pPr marL="12700">
              <a:lnSpc>
                <a:spcPts val="1175"/>
              </a:lnSpc>
            </a:pP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F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F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R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M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MET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GI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G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KA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dirty="0" smtClean="0" sz="1050" spc="-2" b="1">
                <a:solidFill>
                  <a:srgbClr val="2462EB"/>
                </a:solidFill>
                <a:latin typeface="Calibri"/>
                <a:cs typeface="Calibri"/>
              </a:rPr>
              <a:t>EM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300" y="813942"/>
            <a:ext cx="4340156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D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as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Ri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w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y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S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i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s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w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el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s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2700" spc="-9" b="1">
                <a:solidFill>
                  <a:srgbClr val="0E172A"/>
                </a:solidFill>
                <a:latin typeface="Calibri"/>
                <a:cs typeface="Calibri"/>
              </a:rPr>
              <a:t>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4478" y="2394330"/>
            <a:ext cx="3921817" cy="592455"/>
          </a:xfrm>
          <a:prstGeom prst="rect">
            <a:avLst/>
          </a:prstGeom>
        </p:spPr>
        <p:txBody>
          <a:bodyPr wrap="square" lIns="0" tIns="9398" rIns="0" bIns="0" rtlCol="0">
            <a:noAutofit/>
          </a:bodyPr>
          <a:lstStyle/>
          <a:p>
            <a:pPr marL="12700" marR="25579">
              <a:lnSpc>
                <a:spcPts val="1480"/>
              </a:lnSpc>
            </a:pP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S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tru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tur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B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u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u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erja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x</a:t>
            </a:r>
            <a:r>
              <a:rPr dirty="0" smtClean="0" sz="1350" spc="-6" b="1">
                <a:solidFill>
                  <a:srgbClr val="0E172A"/>
                </a:solidFill>
                <a:latin typeface="Calibri"/>
                <a:cs typeface="Calibri"/>
              </a:rPr>
              <a:t>cel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335"/>
              </a:spcBef>
            </a:pP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M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emu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1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0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b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ar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wayat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b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j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ar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gi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al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(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4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swa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×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5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h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2700" marR="25579">
              <a:lnSpc>
                <a:spcPct val="101725"/>
              </a:lnSpc>
            </a:pP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am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b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ah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emb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kapit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asi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ak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f</a:t>
            </a:r>
            <a:r>
              <a:rPr dirty="0" smtClean="0" sz="1100" spc="7">
                <a:solidFill>
                  <a:srgbClr val="63748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8419" y="2732278"/>
            <a:ext cx="1233031" cy="697229"/>
          </a:xfrm>
          <a:prstGeom prst="rect">
            <a:avLst/>
          </a:prstGeom>
        </p:spPr>
        <p:txBody>
          <a:bodyPr wrap="square" lIns="0" tIns="21971" rIns="0" bIns="0" rtlCol="0">
            <a:noAutofit/>
          </a:bodyPr>
          <a:lstStyle/>
          <a:p>
            <a:pPr marL="355663" marR="365568" algn="ctr">
              <a:lnSpc>
                <a:spcPts val="3460"/>
              </a:lnSpc>
            </a:pPr>
            <a:r>
              <a:rPr dirty="0" smtClean="0" sz="3300" spc="-4" b="1">
                <a:solidFill>
                  <a:srgbClr val="0E172A"/>
                </a:solidFill>
                <a:latin typeface="Calibri"/>
                <a:cs typeface="Calibri"/>
              </a:rPr>
              <a:t>24</a:t>
            </a:r>
            <a:endParaRPr sz="3300">
              <a:latin typeface="Calibri"/>
              <a:cs typeface="Calibri"/>
            </a:endParaRPr>
          </a:p>
          <a:p>
            <a:pPr algn="ctr">
              <a:lnSpc>
                <a:spcPct val="101725"/>
              </a:lnSpc>
              <a:spcBef>
                <a:spcPts val="492"/>
              </a:spcBef>
            </a:pP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w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5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0" b="1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47047" y="2732278"/>
            <a:ext cx="1071813" cy="697229"/>
          </a:xfrm>
          <a:prstGeom prst="rect">
            <a:avLst/>
          </a:prstGeom>
        </p:spPr>
        <p:txBody>
          <a:bodyPr wrap="square" lIns="0" tIns="21971" rIns="0" bIns="0" rtlCol="0">
            <a:noAutofit/>
          </a:bodyPr>
          <a:lstStyle/>
          <a:p>
            <a:pPr marL="169735" marR="178510" algn="ctr">
              <a:lnSpc>
                <a:spcPts val="3460"/>
              </a:lnSpc>
            </a:pPr>
            <a:r>
              <a:rPr dirty="0" smtClean="0" sz="3300" spc="-4" b="1">
                <a:solidFill>
                  <a:srgbClr val="2462EB"/>
                </a:solidFill>
                <a:latin typeface="Calibri"/>
                <a:cs typeface="Calibri"/>
              </a:rPr>
              <a:t>120</a:t>
            </a:r>
            <a:endParaRPr sz="3300">
              <a:latin typeface="Calibri"/>
              <a:cs typeface="Calibri"/>
            </a:endParaRPr>
          </a:p>
          <a:p>
            <a:pPr algn="ctr">
              <a:lnSpc>
                <a:spcPct val="101725"/>
              </a:lnSpc>
              <a:spcBef>
                <a:spcPts val="492"/>
              </a:spcBef>
            </a:pP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v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1" b="1">
                <a:solidFill>
                  <a:srgbClr val="63748A"/>
                </a:solidFill>
                <a:latin typeface="Calibri"/>
                <a:cs typeface="Calibri"/>
              </a:rPr>
              <a:t>si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1280" y="3661410"/>
            <a:ext cx="4307230" cy="592454"/>
          </a:xfrm>
          <a:prstGeom prst="rect">
            <a:avLst/>
          </a:prstGeom>
        </p:spPr>
        <p:txBody>
          <a:bodyPr wrap="square" lIns="0" tIns="9398" rIns="0" bIns="0" rtlCol="0">
            <a:noAutofit/>
          </a:bodyPr>
          <a:lstStyle/>
          <a:p>
            <a:pPr marL="12700" marR="12879">
              <a:lnSpc>
                <a:spcPts val="1480"/>
              </a:lnSpc>
            </a:pP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P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r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m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r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u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n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ci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eru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1350" spc="-13" b="1">
                <a:solidFill>
                  <a:srgbClr val="0E172A"/>
                </a:solidFill>
                <a:latin typeface="Calibri"/>
                <a:cs typeface="Calibri"/>
              </a:rPr>
              <a:t>ur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1826"/>
              </a:lnSpc>
              <a:spcBef>
                <a:spcPts val="335"/>
              </a:spcBef>
            </a:pP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asar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S,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B.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a,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M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,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ra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h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ran,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b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,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arah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63748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4112" y="4051173"/>
            <a:ext cx="1617571" cy="159511"/>
          </a:xfrm>
          <a:prstGeom prst="rect">
            <a:avLst/>
          </a:prstGeom>
        </p:spPr>
        <p:txBody>
          <a:bodyPr wrap="square" lIns="0" tIns="7461" rIns="0" bIns="0" rtlCol="0">
            <a:noAutofit/>
          </a:bodyPr>
          <a:lstStyle/>
          <a:p>
            <a:pPr marL="12700">
              <a:lnSpc>
                <a:spcPts val="1175"/>
              </a:lnSpc>
            </a:pP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B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EN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L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050" spc="-2" b="1">
                <a:solidFill>
                  <a:srgbClr val="465469"/>
                </a:solidFill>
                <a:latin typeface="Calibri"/>
                <a:cs typeface="Calibri"/>
              </a:rPr>
              <a:t>WA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4192" y="4545076"/>
            <a:ext cx="1173606" cy="46349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42874" marR="152733" algn="ctr">
              <a:lnSpc>
                <a:spcPts val="1935"/>
              </a:lnSpc>
            </a:pPr>
            <a:r>
              <a:rPr dirty="0" smtClean="0" sz="1800" spc="-3" b="1">
                <a:solidFill>
                  <a:srgbClr val="166434"/>
                </a:solidFill>
                <a:latin typeface="Calibri"/>
                <a:cs typeface="Calibri"/>
              </a:rPr>
              <a:t>13</a:t>
            </a:r>
            <a:r>
              <a:rPr dirty="0" smtClean="0" sz="1800" spc="-3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800" spc="-3" b="1">
                <a:solidFill>
                  <a:srgbClr val="166434"/>
                </a:solidFill>
                <a:latin typeface="Calibri"/>
                <a:cs typeface="Calibri"/>
              </a:rPr>
              <a:t>Si</a:t>
            </a:r>
            <a:r>
              <a:rPr dirty="0" smtClean="0" sz="1800" spc="-3" b="1">
                <a:solidFill>
                  <a:srgbClr val="166434"/>
                </a:solidFill>
                <a:latin typeface="Calibri"/>
                <a:cs typeface="Calibri"/>
              </a:rPr>
              <a:t>s</a:t>
            </a:r>
            <a:r>
              <a:rPr dirty="0" smtClean="0" sz="1800" spc="-3" b="1">
                <a:solidFill>
                  <a:srgbClr val="166434"/>
                </a:solidFill>
                <a:latin typeface="Calibri"/>
                <a:cs typeface="Calibri"/>
              </a:rPr>
              <a:t>w</a:t>
            </a:r>
            <a:r>
              <a:rPr dirty="0" smtClean="0" sz="1800" spc="-3" b="1">
                <a:solidFill>
                  <a:srgbClr val="166434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1725"/>
              </a:lnSpc>
              <a:spcBef>
                <a:spcPts val="368"/>
              </a:spcBef>
            </a:pP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Tren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 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Me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n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i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n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g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kat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 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(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5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4</a:t>
            </a:r>
            <a:r>
              <a:rPr dirty="0" smtClean="0" sz="950" spc="8" b="1">
                <a:solidFill>
                  <a:srgbClr val="15803C"/>
                </a:solidFill>
                <a:latin typeface="Calibri"/>
                <a:cs typeface="Calibri"/>
              </a:rPr>
              <a:t>%)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1106" y="4545076"/>
            <a:ext cx="1099109" cy="46349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04775" marR="116336" algn="ctr">
              <a:lnSpc>
                <a:spcPts val="1935"/>
              </a:lnSpc>
            </a:pPr>
            <a:r>
              <a:rPr dirty="0" smtClean="0" sz="1800" spc="-3" b="1">
                <a:solidFill>
                  <a:srgbClr val="991B1B"/>
                </a:solidFill>
                <a:latin typeface="Calibri"/>
                <a:cs typeface="Calibri"/>
              </a:rPr>
              <a:t>11</a:t>
            </a:r>
            <a:r>
              <a:rPr dirty="0" smtClean="0" sz="1800" spc="-3" b="1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800" spc="-3" b="1">
                <a:solidFill>
                  <a:srgbClr val="991B1B"/>
                </a:solidFill>
                <a:latin typeface="Calibri"/>
                <a:cs typeface="Calibri"/>
              </a:rPr>
              <a:t>Si</a:t>
            </a:r>
            <a:r>
              <a:rPr dirty="0" smtClean="0" sz="1800" spc="-3" b="1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800" spc="-3" b="1">
                <a:solidFill>
                  <a:srgbClr val="991B1B"/>
                </a:solidFill>
                <a:latin typeface="Calibri"/>
                <a:cs typeface="Calibri"/>
              </a:rPr>
              <a:t>w</a:t>
            </a:r>
            <a:r>
              <a:rPr dirty="0" smtClean="0" sz="1800" spc="-3" b="1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1725"/>
              </a:lnSpc>
              <a:spcBef>
                <a:spcPts val="368"/>
              </a:spcBef>
            </a:pP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Tren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 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Me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n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u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r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u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n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 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(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4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6</a:t>
            </a:r>
            <a:r>
              <a:rPr dirty="0" smtClean="0" sz="950" spc="9" b="1">
                <a:solidFill>
                  <a:srgbClr val="B81C1C"/>
                </a:solidFill>
                <a:latin typeface="Calibri"/>
                <a:cs typeface="Calibri"/>
              </a:rPr>
              <a:t>%)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21435" y="4883912"/>
            <a:ext cx="4313710" cy="319531"/>
          </a:xfrm>
          <a:prstGeom prst="rect">
            <a:avLst/>
          </a:prstGeom>
        </p:spPr>
        <p:txBody>
          <a:bodyPr wrap="square" lIns="0" tIns="7461" rIns="0" bIns="0" rtlCol="0">
            <a:noAutofit/>
          </a:bodyPr>
          <a:lstStyle/>
          <a:p>
            <a:pPr marL="12700">
              <a:lnSpc>
                <a:spcPts val="1175"/>
              </a:lnSpc>
            </a:pP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K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e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e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r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b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u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k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n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D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:</a:t>
            </a:r>
            <a:r>
              <a:rPr dirty="0" smtClean="0" sz="1050" spc="-3" b="1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Varia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b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el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epe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r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u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g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as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e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r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l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m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b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dan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reka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m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an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U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KS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d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n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d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3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endParaRPr sz="1050">
              <a:latin typeface="Calibri"/>
              <a:cs typeface="Calibri"/>
            </a:endParaRPr>
          </a:p>
          <a:p>
            <a:pPr marL="12700" marR="20116">
              <a:lnSpc>
                <a:spcPts val="1260"/>
              </a:lnSpc>
              <a:spcBef>
                <a:spcPts val="4"/>
              </a:spcBef>
            </a:pP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rip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j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ka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be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um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e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ed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di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em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eko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h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762000" y="2547874"/>
            <a:ext cx="5448300" cy="2724150"/>
          </a:xfrm>
          <a:custGeom>
            <a:avLst/>
            <a:gdLst/>
            <a:ahLst/>
            <a:cxnLst/>
            <a:rect l="l" t="t" r="r" b="b"/>
            <a:pathLst>
              <a:path w="5448300" h="2724150">
                <a:moveTo>
                  <a:pt x="0" y="152400"/>
                </a:moveTo>
                <a:lnTo>
                  <a:pt x="0" y="2571877"/>
                </a:lnTo>
                <a:lnTo>
                  <a:pt x="649" y="2586029"/>
                </a:lnTo>
                <a:lnTo>
                  <a:pt x="10503" y="2627533"/>
                </a:lnTo>
                <a:lnTo>
                  <a:pt x="30869" y="2663764"/>
                </a:lnTo>
                <a:lnTo>
                  <a:pt x="60010" y="2692985"/>
                </a:lnTo>
                <a:lnTo>
                  <a:pt x="96192" y="2713459"/>
                </a:lnTo>
                <a:lnTo>
                  <a:pt x="137679" y="2723449"/>
                </a:lnTo>
                <a:lnTo>
                  <a:pt x="152387" y="2724150"/>
                </a:lnTo>
                <a:lnTo>
                  <a:pt x="5295900" y="2724150"/>
                </a:lnTo>
                <a:lnTo>
                  <a:pt x="5338285" y="2718184"/>
                </a:lnTo>
                <a:lnTo>
                  <a:pt x="5376501" y="2701137"/>
                </a:lnTo>
                <a:lnTo>
                  <a:pt x="5408270" y="2674744"/>
                </a:lnTo>
                <a:lnTo>
                  <a:pt x="5431861" y="2640742"/>
                </a:lnTo>
                <a:lnTo>
                  <a:pt x="5445541" y="2600866"/>
                </a:lnTo>
                <a:lnTo>
                  <a:pt x="5448300" y="2571877"/>
                </a:lnTo>
                <a:lnTo>
                  <a:pt x="5448300" y="152400"/>
                </a:lnTo>
                <a:lnTo>
                  <a:pt x="5442311" y="109980"/>
                </a:lnTo>
                <a:lnTo>
                  <a:pt x="5425248" y="71800"/>
                </a:lnTo>
                <a:lnTo>
                  <a:pt x="5398842" y="40042"/>
                </a:lnTo>
                <a:lnTo>
                  <a:pt x="5364821" y="16448"/>
                </a:lnTo>
                <a:lnTo>
                  <a:pt x="5324917" y="2760"/>
                </a:lnTo>
                <a:lnTo>
                  <a:pt x="5295900" y="0"/>
                </a:lnTo>
                <a:lnTo>
                  <a:pt x="152387" y="0"/>
                </a:lnTo>
                <a:lnTo>
                  <a:pt x="109944" y="5996"/>
                </a:lnTo>
                <a:lnTo>
                  <a:pt x="71757" y="23078"/>
                </a:lnTo>
                <a:lnTo>
                  <a:pt x="40008" y="49504"/>
                </a:lnTo>
                <a:lnTo>
                  <a:pt x="16430" y="83531"/>
                </a:lnTo>
                <a:lnTo>
                  <a:pt x="2757" y="123416"/>
                </a:lnTo>
                <a:lnTo>
                  <a:pt x="0" y="15240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028700" y="3895661"/>
            <a:ext cx="4914900" cy="0"/>
          </a:xfrm>
          <a:custGeom>
            <a:avLst/>
            <a:gdLst/>
            <a:ahLst/>
            <a:cxnLst/>
            <a:rect l="l" t="t" r="r" b="b"/>
            <a:pathLst>
              <a:path w="4914900" h="0">
                <a:moveTo>
                  <a:pt x="0" y="0"/>
                </a:moveTo>
                <a:lnTo>
                  <a:pt x="4914900" y="0"/>
                </a:lnTo>
              </a:path>
            </a:pathLst>
          </a:custGeom>
          <a:ln w="10795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028700" y="2814574"/>
            <a:ext cx="342900" cy="342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123950" y="2909824"/>
            <a:ext cx="152400" cy="152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515100" y="2443099"/>
            <a:ext cx="4914900" cy="819150"/>
          </a:xfrm>
          <a:custGeom>
            <a:avLst/>
            <a:gdLst/>
            <a:ahLst/>
            <a:cxnLst/>
            <a:rect l="l" t="t" r="r" b="b"/>
            <a:pathLst>
              <a:path w="4914900" h="819150">
                <a:moveTo>
                  <a:pt x="0" y="133350"/>
                </a:moveTo>
                <a:lnTo>
                  <a:pt x="0" y="685926"/>
                </a:lnTo>
                <a:lnTo>
                  <a:pt x="568" y="698302"/>
                </a:lnTo>
                <a:lnTo>
                  <a:pt x="11206" y="739454"/>
                </a:lnTo>
                <a:lnTo>
                  <a:pt x="33576" y="774304"/>
                </a:lnTo>
                <a:lnTo>
                  <a:pt x="65410" y="800580"/>
                </a:lnTo>
                <a:lnTo>
                  <a:pt x="104445" y="816010"/>
                </a:lnTo>
                <a:lnTo>
                  <a:pt x="133350" y="819150"/>
                </a:lnTo>
                <a:lnTo>
                  <a:pt x="4781550" y="819150"/>
                </a:lnTo>
                <a:lnTo>
                  <a:pt x="4822008" y="812905"/>
                </a:lnTo>
                <a:lnTo>
                  <a:pt x="4859250" y="794201"/>
                </a:lnTo>
                <a:lnTo>
                  <a:pt x="4888656" y="765289"/>
                </a:lnTo>
                <a:lnTo>
                  <a:pt x="4907961" y="728440"/>
                </a:lnTo>
                <a:lnTo>
                  <a:pt x="4914900" y="685926"/>
                </a:lnTo>
                <a:lnTo>
                  <a:pt x="4914900" y="133350"/>
                </a:lnTo>
                <a:lnTo>
                  <a:pt x="4908630" y="92862"/>
                </a:lnTo>
                <a:lnTo>
                  <a:pt x="4889909" y="55656"/>
                </a:lnTo>
                <a:lnTo>
                  <a:pt x="4860980" y="26256"/>
                </a:lnTo>
                <a:lnTo>
                  <a:pt x="4824107" y="6944"/>
                </a:lnTo>
                <a:lnTo>
                  <a:pt x="4781550" y="0"/>
                </a:lnTo>
                <a:lnTo>
                  <a:pt x="133350" y="0"/>
                </a:lnTo>
                <a:lnTo>
                  <a:pt x="92814" y="6281"/>
                </a:lnTo>
                <a:lnTo>
                  <a:pt x="55601" y="25026"/>
                </a:lnTo>
                <a:lnTo>
                  <a:pt x="26219" y="53973"/>
                </a:lnTo>
                <a:lnTo>
                  <a:pt x="6931" y="90841"/>
                </a:lnTo>
                <a:lnTo>
                  <a:pt x="0" y="133350"/>
                </a:lnTo>
                <a:close/>
              </a:path>
            </a:pathLst>
          </a:custGeom>
          <a:solidFill>
            <a:srgbClr val="EFFCF4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515100" y="2443099"/>
            <a:ext cx="4914900" cy="819150"/>
          </a:xfrm>
          <a:custGeom>
            <a:avLst/>
            <a:gdLst/>
            <a:ahLst/>
            <a:cxnLst/>
            <a:rect l="l" t="t" r="r" b="b"/>
            <a:pathLst>
              <a:path w="4914900" h="819150">
                <a:moveTo>
                  <a:pt x="0" y="133350"/>
                </a:moveTo>
                <a:lnTo>
                  <a:pt x="6931" y="90841"/>
                </a:lnTo>
                <a:lnTo>
                  <a:pt x="26219" y="53973"/>
                </a:lnTo>
                <a:lnTo>
                  <a:pt x="55601" y="25026"/>
                </a:lnTo>
                <a:lnTo>
                  <a:pt x="92814" y="6281"/>
                </a:lnTo>
                <a:lnTo>
                  <a:pt x="133350" y="0"/>
                </a:lnTo>
                <a:lnTo>
                  <a:pt x="4781550" y="0"/>
                </a:lnTo>
                <a:lnTo>
                  <a:pt x="4824107" y="6944"/>
                </a:lnTo>
                <a:lnTo>
                  <a:pt x="4860980" y="26256"/>
                </a:lnTo>
                <a:lnTo>
                  <a:pt x="4889909" y="55656"/>
                </a:lnTo>
                <a:lnTo>
                  <a:pt x="4908630" y="92862"/>
                </a:lnTo>
                <a:lnTo>
                  <a:pt x="4914900" y="133350"/>
                </a:lnTo>
                <a:lnTo>
                  <a:pt x="4914900" y="685926"/>
                </a:lnTo>
                <a:lnTo>
                  <a:pt x="4907961" y="728440"/>
                </a:lnTo>
                <a:lnTo>
                  <a:pt x="4888656" y="765289"/>
                </a:lnTo>
                <a:lnTo>
                  <a:pt x="4859250" y="794201"/>
                </a:lnTo>
                <a:lnTo>
                  <a:pt x="4822008" y="812905"/>
                </a:lnTo>
                <a:lnTo>
                  <a:pt x="4781550" y="819150"/>
                </a:lnTo>
                <a:lnTo>
                  <a:pt x="133350" y="819150"/>
                </a:lnTo>
                <a:lnTo>
                  <a:pt x="90773" y="812212"/>
                </a:lnTo>
                <a:lnTo>
                  <a:pt x="53887" y="792915"/>
                </a:lnTo>
                <a:lnTo>
                  <a:pt x="24956" y="763528"/>
                </a:lnTo>
                <a:lnTo>
                  <a:pt x="6245" y="726325"/>
                </a:lnTo>
                <a:lnTo>
                  <a:pt x="0" y="685926"/>
                </a:lnTo>
                <a:lnTo>
                  <a:pt x="0" y="133350"/>
                </a:lnTo>
                <a:close/>
              </a:path>
            </a:pathLst>
          </a:custGeom>
          <a:ln w="9525">
            <a:solidFill>
              <a:srgbClr val="BAF7D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0534650" y="2724150"/>
            <a:ext cx="657225" cy="257175"/>
          </a:xfrm>
          <a:custGeom>
            <a:avLst/>
            <a:gdLst/>
            <a:ahLst/>
            <a:cxnLst/>
            <a:rect l="l" t="t" r="r" b="b"/>
            <a:pathLst>
              <a:path w="657225" h="257175">
                <a:moveTo>
                  <a:pt x="0" y="128524"/>
                </a:moveTo>
                <a:lnTo>
                  <a:pt x="4339" y="161821"/>
                </a:lnTo>
                <a:lnTo>
                  <a:pt x="14492" y="187963"/>
                </a:lnTo>
                <a:lnTo>
                  <a:pt x="29824" y="210963"/>
                </a:lnTo>
                <a:lnTo>
                  <a:pt x="49613" y="230103"/>
                </a:lnTo>
                <a:lnTo>
                  <a:pt x="73140" y="244664"/>
                </a:lnTo>
                <a:lnTo>
                  <a:pt x="99684" y="253927"/>
                </a:lnTo>
                <a:lnTo>
                  <a:pt x="128524" y="257175"/>
                </a:lnTo>
                <a:lnTo>
                  <a:pt x="533407" y="257086"/>
                </a:lnTo>
                <a:lnTo>
                  <a:pt x="561952" y="252813"/>
                </a:lnTo>
                <a:lnTo>
                  <a:pt x="588074" y="242647"/>
                </a:lnTo>
                <a:lnTo>
                  <a:pt x="611055" y="227304"/>
                </a:lnTo>
                <a:lnTo>
                  <a:pt x="630178" y="207504"/>
                </a:lnTo>
                <a:lnTo>
                  <a:pt x="644726" y="183962"/>
                </a:lnTo>
                <a:lnTo>
                  <a:pt x="653980" y="157396"/>
                </a:lnTo>
                <a:lnTo>
                  <a:pt x="657225" y="128524"/>
                </a:lnTo>
                <a:lnTo>
                  <a:pt x="657139" y="123801"/>
                </a:lnTo>
                <a:lnTo>
                  <a:pt x="652885" y="95278"/>
                </a:lnTo>
                <a:lnTo>
                  <a:pt x="642728" y="69168"/>
                </a:lnTo>
                <a:lnTo>
                  <a:pt x="627389" y="46188"/>
                </a:lnTo>
                <a:lnTo>
                  <a:pt x="607586" y="27062"/>
                </a:lnTo>
                <a:lnTo>
                  <a:pt x="584037" y="12507"/>
                </a:lnTo>
                <a:lnTo>
                  <a:pt x="557460" y="3247"/>
                </a:lnTo>
                <a:lnTo>
                  <a:pt x="528574" y="0"/>
                </a:lnTo>
                <a:lnTo>
                  <a:pt x="123903" y="81"/>
                </a:lnTo>
                <a:lnTo>
                  <a:pt x="95360" y="4317"/>
                </a:lnTo>
                <a:lnTo>
                  <a:pt x="69229" y="14460"/>
                </a:lnTo>
                <a:lnTo>
                  <a:pt x="46230" y="29789"/>
                </a:lnTo>
                <a:lnTo>
                  <a:pt x="27087" y="49581"/>
                </a:lnTo>
                <a:lnTo>
                  <a:pt x="12519" y="73115"/>
                </a:lnTo>
                <a:lnTo>
                  <a:pt x="3250" y="99670"/>
                </a:lnTo>
                <a:lnTo>
                  <a:pt x="0" y="128524"/>
                </a:lnTo>
                <a:close/>
              </a:path>
            </a:pathLst>
          </a:custGeom>
          <a:solidFill>
            <a:srgbClr val="21C55E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6515100" y="3414649"/>
            <a:ext cx="4914900" cy="990600"/>
          </a:xfrm>
          <a:custGeom>
            <a:avLst/>
            <a:gdLst/>
            <a:ahLst/>
            <a:cxnLst/>
            <a:rect l="l" t="t" r="r" b="b"/>
            <a:pathLst>
              <a:path w="4914900" h="990600">
                <a:moveTo>
                  <a:pt x="0" y="133350"/>
                </a:moveTo>
                <a:lnTo>
                  <a:pt x="0" y="857376"/>
                </a:lnTo>
                <a:lnTo>
                  <a:pt x="568" y="869752"/>
                </a:lnTo>
                <a:lnTo>
                  <a:pt x="11206" y="910904"/>
                </a:lnTo>
                <a:lnTo>
                  <a:pt x="33576" y="945754"/>
                </a:lnTo>
                <a:lnTo>
                  <a:pt x="65410" y="972030"/>
                </a:lnTo>
                <a:lnTo>
                  <a:pt x="104445" y="987460"/>
                </a:lnTo>
                <a:lnTo>
                  <a:pt x="133350" y="990600"/>
                </a:lnTo>
                <a:lnTo>
                  <a:pt x="4781550" y="990600"/>
                </a:lnTo>
                <a:lnTo>
                  <a:pt x="4822008" y="984355"/>
                </a:lnTo>
                <a:lnTo>
                  <a:pt x="4859250" y="965651"/>
                </a:lnTo>
                <a:lnTo>
                  <a:pt x="4888656" y="936739"/>
                </a:lnTo>
                <a:lnTo>
                  <a:pt x="4907961" y="899890"/>
                </a:lnTo>
                <a:lnTo>
                  <a:pt x="4914900" y="857376"/>
                </a:lnTo>
                <a:lnTo>
                  <a:pt x="4914900" y="133350"/>
                </a:lnTo>
                <a:lnTo>
                  <a:pt x="4908630" y="92862"/>
                </a:lnTo>
                <a:lnTo>
                  <a:pt x="4889909" y="55656"/>
                </a:lnTo>
                <a:lnTo>
                  <a:pt x="4860980" y="26256"/>
                </a:lnTo>
                <a:lnTo>
                  <a:pt x="4824107" y="6944"/>
                </a:lnTo>
                <a:lnTo>
                  <a:pt x="4781550" y="0"/>
                </a:lnTo>
                <a:lnTo>
                  <a:pt x="133350" y="0"/>
                </a:lnTo>
                <a:lnTo>
                  <a:pt x="92814" y="6281"/>
                </a:lnTo>
                <a:lnTo>
                  <a:pt x="55601" y="25026"/>
                </a:lnTo>
                <a:lnTo>
                  <a:pt x="26219" y="53973"/>
                </a:lnTo>
                <a:lnTo>
                  <a:pt x="6931" y="90841"/>
                </a:lnTo>
                <a:lnTo>
                  <a:pt x="0" y="133350"/>
                </a:lnTo>
                <a:close/>
              </a:path>
            </a:pathLst>
          </a:custGeom>
          <a:solidFill>
            <a:srgbClr val="FDFBE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6515100" y="3414649"/>
            <a:ext cx="4914900" cy="990600"/>
          </a:xfrm>
          <a:custGeom>
            <a:avLst/>
            <a:gdLst/>
            <a:ahLst/>
            <a:cxnLst/>
            <a:rect l="l" t="t" r="r" b="b"/>
            <a:pathLst>
              <a:path w="4914900" h="990600">
                <a:moveTo>
                  <a:pt x="0" y="133350"/>
                </a:moveTo>
                <a:lnTo>
                  <a:pt x="6931" y="90841"/>
                </a:lnTo>
                <a:lnTo>
                  <a:pt x="26219" y="53973"/>
                </a:lnTo>
                <a:lnTo>
                  <a:pt x="55601" y="25026"/>
                </a:lnTo>
                <a:lnTo>
                  <a:pt x="92814" y="6281"/>
                </a:lnTo>
                <a:lnTo>
                  <a:pt x="133350" y="0"/>
                </a:lnTo>
                <a:lnTo>
                  <a:pt x="4781550" y="0"/>
                </a:lnTo>
                <a:lnTo>
                  <a:pt x="4824107" y="6944"/>
                </a:lnTo>
                <a:lnTo>
                  <a:pt x="4860980" y="26256"/>
                </a:lnTo>
                <a:lnTo>
                  <a:pt x="4889909" y="55656"/>
                </a:lnTo>
                <a:lnTo>
                  <a:pt x="4908630" y="92862"/>
                </a:lnTo>
                <a:lnTo>
                  <a:pt x="4914900" y="133350"/>
                </a:lnTo>
                <a:lnTo>
                  <a:pt x="4914900" y="857376"/>
                </a:lnTo>
                <a:lnTo>
                  <a:pt x="4907961" y="899890"/>
                </a:lnTo>
                <a:lnTo>
                  <a:pt x="4888656" y="936739"/>
                </a:lnTo>
                <a:lnTo>
                  <a:pt x="4859250" y="965651"/>
                </a:lnTo>
                <a:lnTo>
                  <a:pt x="4822008" y="984355"/>
                </a:lnTo>
                <a:lnTo>
                  <a:pt x="4781550" y="990600"/>
                </a:lnTo>
                <a:lnTo>
                  <a:pt x="133350" y="990600"/>
                </a:lnTo>
                <a:lnTo>
                  <a:pt x="90773" y="983662"/>
                </a:lnTo>
                <a:lnTo>
                  <a:pt x="53887" y="964365"/>
                </a:lnTo>
                <a:lnTo>
                  <a:pt x="24956" y="934978"/>
                </a:lnTo>
                <a:lnTo>
                  <a:pt x="6245" y="897775"/>
                </a:lnTo>
                <a:lnTo>
                  <a:pt x="0" y="857376"/>
                </a:lnTo>
                <a:lnTo>
                  <a:pt x="0" y="133350"/>
                </a:lnTo>
                <a:close/>
              </a:path>
            </a:pathLst>
          </a:custGeom>
          <a:ln w="9525">
            <a:solidFill>
              <a:srgbClr val="FDEF89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0325100" y="3781425"/>
            <a:ext cx="866775" cy="257175"/>
          </a:xfrm>
          <a:custGeom>
            <a:avLst/>
            <a:gdLst/>
            <a:ahLst/>
            <a:cxnLst/>
            <a:rect l="l" t="t" r="r" b="b"/>
            <a:pathLst>
              <a:path w="866775" h="257175">
                <a:moveTo>
                  <a:pt x="0" y="128524"/>
                </a:moveTo>
                <a:lnTo>
                  <a:pt x="4339" y="161821"/>
                </a:lnTo>
                <a:lnTo>
                  <a:pt x="21556" y="199901"/>
                </a:lnTo>
                <a:lnTo>
                  <a:pt x="49613" y="230103"/>
                </a:lnTo>
                <a:lnTo>
                  <a:pt x="86080" y="250003"/>
                </a:lnTo>
                <a:lnTo>
                  <a:pt x="128524" y="257175"/>
                </a:lnTo>
                <a:lnTo>
                  <a:pt x="742957" y="257086"/>
                </a:lnTo>
                <a:lnTo>
                  <a:pt x="784911" y="248422"/>
                </a:lnTo>
                <a:lnTo>
                  <a:pt x="820605" y="227304"/>
                </a:lnTo>
                <a:lnTo>
                  <a:pt x="847619" y="196155"/>
                </a:lnTo>
                <a:lnTo>
                  <a:pt x="863530" y="157396"/>
                </a:lnTo>
                <a:lnTo>
                  <a:pt x="866775" y="128524"/>
                </a:lnTo>
                <a:lnTo>
                  <a:pt x="866693" y="123903"/>
                </a:lnTo>
                <a:lnTo>
                  <a:pt x="858078" y="81948"/>
                </a:lnTo>
                <a:lnTo>
                  <a:pt x="836985" y="46230"/>
                </a:lnTo>
                <a:lnTo>
                  <a:pt x="805849" y="19186"/>
                </a:lnTo>
                <a:lnTo>
                  <a:pt x="767104" y="3250"/>
                </a:lnTo>
                <a:lnTo>
                  <a:pt x="738251" y="0"/>
                </a:lnTo>
                <a:lnTo>
                  <a:pt x="123903" y="81"/>
                </a:lnTo>
                <a:lnTo>
                  <a:pt x="81948" y="8696"/>
                </a:lnTo>
                <a:lnTo>
                  <a:pt x="46230" y="29789"/>
                </a:lnTo>
                <a:lnTo>
                  <a:pt x="19186" y="60925"/>
                </a:lnTo>
                <a:lnTo>
                  <a:pt x="3250" y="99670"/>
                </a:lnTo>
                <a:lnTo>
                  <a:pt x="0" y="128524"/>
                </a:lnTo>
                <a:close/>
              </a:path>
            </a:pathLst>
          </a:custGeom>
          <a:solidFill>
            <a:srgbClr val="EAB308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6515100" y="4557649"/>
            <a:ext cx="4914900" cy="819150"/>
          </a:xfrm>
          <a:custGeom>
            <a:avLst/>
            <a:gdLst/>
            <a:ahLst/>
            <a:cxnLst/>
            <a:rect l="l" t="t" r="r" b="b"/>
            <a:pathLst>
              <a:path w="4914900" h="819150">
                <a:moveTo>
                  <a:pt x="0" y="133350"/>
                </a:moveTo>
                <a:lnTo>
                  <a:pt x="0" y="685926"/>
                </a:lnTo>
                <a:lnTo>
                  <a:pt x="568" y="698302"/>
                </a:lnTo>
                <a:lnTo>
                  <a:pt x="11206" y="739454"/>
                </a:lnTo>
                <a:lnTo>
                  <a:pt x="33576" y="774304"/>
                </a:lnTo>
                <a:lnTo>
                  <a:pt x="65410" y="800580"/>
                </a:lnTo>
                <a:lnTo>
                  <a:pt x="104445" y="816010"/>
                </a:lnTo>
                <a:lnTo>
                  <a:pt x="133350" y="819150"/>
                </a:lnTo>
                <a:lnTo>
                  <a:pt x="4781550" y="819150"/>
                </a:lnTo>
                <a:lnTo>
                  <a:pt x="4822008" y="812905"/>
                </a:lnTo>
                <a:lnTo>
                  <a:pt x="4859250" y="794201"/>
                </a:lnTo>
                <a:lnTo>
                  <a:pt x="4888656" y="765289"/>
                </a:lnTo>
                <a:lnTo>
                  <a:pt x="4907961" y="728440"/>
                </a:lnTo>
                <a:lnTo>
                  <a:pt x="4914900" y="685926"/>
                </a:lnTo>
                <a:lnTo>
                  <a:pt x="4914900" y="133350"/>
                </a:lnTo>
                <a:lnTo>
                  <a:pt x="4908630" y="92862"/>
                </a:lnTo>
                <a:lnTo>
                  <a:pt x="4889909" y="55656"/>
                </a:lnTo>
                <a:lnTo>
                  <a:pt x="4860980" y="26256"/>
                </a:lnTo>
                <a:lnTo>
                  <a:pt x="4824107" y="6944"/>
                </a:lnTo>
                <a:lnTo>
                  <a:pt x="4781550" y="0"/>
                </a:lnTo>
                <a:lnTo>
                  <a:pt x="133350" y="0"/>
                </a:lnTo>
                <a:lnTo>
                  <a:pt x="92814" y="6281"/>
                </a:lnTo>
                <a:lnTo>
                  <a:pt x="55601" y="25026"/>
                </a:lnTo>
                <a:lnTo>
                  <a:pt x="26219" y="53973"/>
                </a:lnTo>
                <a:lnTo>
                  <a:pt x="6931" y="90841"/>
                </a:lnTo>
                <a:lnTo>
                  <a:pt x="0" y="133350"/>
                </a:lnTo>
                <a:close/>
              </a:path>
            </a:pathLst>
          </a:custGeom>
          <a:solidFill>
            <a:srgbClr val="FDF1F1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6515100" y="4557649"/>
            <a:ext cx="4914900" cy="819150"/>
          </a:xfrm>
          <a:custGeom>
            <a:avLst/>
            <a:gdLst/>
            <a:ahLst/>
            <a:cxnLst/>
            <a:rect l="l" t="t" r="r" b="b"/>
            <a:pathLst>
              <a:path w="4914900" h="819150">
                <a:moveTo>
                  <a:pt x="0" y="133350"/>
                </a:moveTo>
                <a:lnTo>
                  <a:pt x="6931" y="90841"/>
                </a:lnTo>
                <a:lnTo>
                  <a:pt x="26219" y="53973"/>
                </a:lnTo>
                <a:lnTo>
                  <a:pt x="55601" y="25026"/>
                </a:lnTo>
                <a:lnTo>
                  <a:pt x="92814" y="6281"/>
                </a:lnTo>
                <a:lnTo>
                  <a:pt x="133350" y="0"/>
                </a:lnTo>
                <a:lnTo>
                  <a:pt x="4781550" y="0"/>
                </a:lnTo>
                <a:lnTo>
                  <a:pt x="4824107" y="6944"/>
                </a:lnTo>
                <a:lnTo>
                  <a:pt x="4860980" y="26256"/>
                </a:lnTo>
                <a:lnTo>
                  <a:pt x="4889909" y="55656"/>
                </a:lnTo>
                <a:lnTo>
                  <a:pt x="4908630" y="92862"/>
                </a:lnTo>
                <a:lnTo>
                  <a:pt x="4914900" y="133350"/>
                </a:lnTo>
                <a:lnTo>
                  <a:pt x="4914900" y="685926"/>
                </a:lnTo>
                <a:lnTo>
                  <a:pt x="4907961" y="728440"/>
                </a:lnTo>
                <a:lnTo>
                  <a:pt x="4888656" y="765289"/>
                </a:lnTo>
                <a:lnTo>
                  <a:pt x="4859250" y="794201"/>
                </a:lnTo>
                <a:lnTo>
                  <a:pt x="4822008" y="812905"/>
                </a:lnTo>
                <a:lnTo>
                  <a:pt x="4781550" y="819150"/>
                </a:lnTo>
                <a:lnTo>
                  <a:pt x="133350" y="819150"/>
                </a:lnTo>
                <a:lnTo>
                  <a:pt x="90773" y="812212"/>
                </a:lnTo>
                <a:lnTo>
                  <a:pt x="53887" y="792915"/>
                </a:lnTo>
                <a:lnTo>
                  <a:pt x="24956" y="763528"/>
                </a:lnTo>
                <a:lnTo>
                  <a:pt x="6245" y="726325"/>
                </a:lnTo>
                <a:lnTo>
                  <a:pt x="0" y="685926"/>
                </a:lnTo>
                <a:lnTo>
                  <a:pt x="0" y="133350"/>
                </a:lnTo>
                <a:close/>
              </a:path>
            </a:pathLst>
          </a:custGeom>
          <a:ln w="9525">
            <a:solidFill>
              <a:srgbClr val="FDC9C9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0315575" y="4838700"/>
            <a:ext cx="876300" cy="257175"/>
          </a:xfrm>
          <a:custGeom>
            <a:avLst/>
            <a:gdLst/>
            <a:ahLst/>
            <a:cxnLst/>
            <a:rect l="l" t="t" r="r" b="b"/>
            <a:pathLst>
              <a:path w="876300" h="257175">
                <a:moveTo>
                  <a:pt x="0" y="128524"/>
                </a:moveTo>
                <a:lnTo>
                  <a:pt x="4339" y="161821"/>
                </a:lnTo>
                <a:lnTo>
                  <a:pt x="21556" y="199901"/>
                </a:lnTo>
                <a:lnTo>
                  <a:pt x="49613" y="230103"/>
                </a:lnTo>
                <a:lnTo>
                  <a:pt x="86080" y="250003"/>
                </a:lnTo>
                <a:lnTo>
                  <a:pt x="128524" y="257175"/>
                </a:lnTo>
                <a:lnTo>
                  <a:pt x="752482" y="257086"/>
                </a:lnTo>
                <a:lnTo>
                  <a:pt x="794436" y="248422"/>
                </a:lnTo>
                <a:lnTo>
                  <a:pt x="830130" y="227304"/>
                </a:lnTo>
                <a:lnTo>
                  <a:pt x="857144" y="196155"/>
                </a:lnTo>
                <a:lnTo>
                  <a:pt x="873055" y="157396"/>
                </a:lnTo>
                <a:lnTo>
                  <a:pt x="876300" y="128524"/>
                </a:lnTo>
                <a:lnTo>
                  <a:pt x="876214" y="123801"/>
                </a:lnTo>
                <a:lnTo>
                  <a:pt x="867574" y="81877"/>
                </a:lnTo>
                <a:lnTo>
                  <a:pt x="846464" y="46188"/>
                </a:lnTo>
                <a:lnTo>
                  <a:pt x="815310" y="19168"/>
                </a:lnTo>
                <a:lnTo>
                  <a:pt x="776535" y="3247"/>
                </a:lnTo>
                <a:lnTo>
                  <a:pt x="747649" y="0"/>
                </a:lnTo>
                <a:lnTo>
                  <a:pt x="123903" y="81"/>
                </a:lnTo>
                <a:lnTo>
                  <a:pt x="81948" y="8696"/>
                </a:lnTo>
                <a:lnTo>
                  <a:pt x="46230" y="29789"/>
                </a:lnTo>
                <a:lnTo>
                  <a:pt x="19186" y="60925"/>
                </a:lnTo>
                <a:lnTo>
                  <a:pt x="3250" y="99670"/>
                </a:lnTo>
                <a:lnTo>
                  <a:pt x="0" y="128524"/>
                </a:lnTo>
                <a:close/>
              </a:path>
            </a:pathLst>
          </a:custGeom>
          <a:solidFill>
            <a:srgbClr val="EE4444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49300" y="544855"/>
            <a:ext cx="1276257" cy="159816"/>
          </a:xfrm>
          <a:prstGeom prst="rect">
            <a:avLst/>
          </a:prstGeom>
        </p:spPr>
        <p:txBody>
          <a:bodyPr wrap="square" lIns="0" tIns="7461" rIns="0" bIns="0" rtlCol="0">
            <a:noAutofit/>
          </a:bodyPr>
          <a:lstStyle/>
          <a:p>
            <a:pPr marL="12700">
              <a:lnSpc>
                <a:spcPts val="1175"/>
              </a:lnSpc>
            </a:pP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G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KA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&amp;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K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NOL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dirty="0" smtClean="0" sz="1050" spc="0" b="1">
                <a:solidFill>
                  <a:srgbClr val="2462EB"/>
                </a:solidFill>
                <a:latin typeface="Calibri"/>
                <a:cs typeface="Calibri"/>
              </a:rPr>
              <a:t>GI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300" y="813942"/>
            <a:ext cx="1497047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8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2700" spc="-8" b="1">
                <a:solidFill>
                  <a:srgbClr val="0E172A"/>
                </a:solidFill>
                <a:latin typeface="Calibri"/>
                <a:cs typeface="Calibri"/>
              </a:rPr>
              <a:t>r</a:t>
            </a:r>
            <a:r>
              <a:rPr dirty="0" smtClean="0" sz="2700" spc="-8" b="1">
                <a:solidFill>
                  <a:srgbClr val="0E172A"/>
                </a:solidFill>
                <a:latin typeface="Calibri"/>
                <a:cs typeface="Calibri"/>
              </a:rPr>
              <a:t>si</a:t>
            </a:r>
            <a:r>
              <a:rPr dirty="0" smtClean="0" sz="2700" spc="-8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2700" spc="-8" b="1">
                <a:solidFill>
                  <a:srgbClr val="0E172A"/>
                </a:solidFill>
                <a:latin typeface="Calibri"/>
                <a:cs typeface="Calibri"/>
              </a:rPr>
              <a:t>e</a:t>
            </a:r>
            <a:r>
              <a:rPr dirty="0" smtClean="0" sz="2700" spc="-8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2700" spc="-8" b="1">
                <a:solidFill>
                  <a:srgbClr val="0E172A"/>
                </a:solidFill>
                <a:latin typeface="Calibri"/>
                <a:cs typeface="Calibri"/>
              </a:rPr>
              <a:t>tur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50516" y="813942"/>
            <a:ext cx="1368055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Rin</a:t>
            </a: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g</a:t>
            </a: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an</a:t>
            </a: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2700" spc="-4" b="1">
                <a:solidFill>
                  <a:srgbClr val="0E172A"/>
                </a:solidFill>
                <a:latin typeface="Calibri"/>
                <a:cs typeface="Calibri"/>
              </a:rPr>
              <a:t>&amp;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19373" y="813942"/>
            <a:ext cx="1251412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6" b="1">
                <a:solidFill>
                  <a:srgbClr val="0E172A"/>
                </a:solidFill>
                <a:latin typeface="Calibri"/>
                <a:cs typeface="Calibri"/>
              </a:rPr>
              <a:t>F</a:t>
            </a:r>
            <a:r>
              <a:rPr dirty="0" smtClean="0" sz="2700" spc="-6" b="1">
                <a:solidFill>
                  <a:srgbClr val="0E172A"/>
                </a:solidFill>
                <a:latin typeface="Calibri"/>
                <a:cs typeface="Calibri"/>
              </a:rPr>
              <a:t>ormula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4387" y="813942"/>
            <a:ext cx="915087" cy="368300"/>
          </a:xfrm>
          <a:prstGeom prst="rect">
            <a:avLst/>
          </a:prstGeom>
        </p:spPr>
        <p:txBody>
          <a:bodyPr wrap="square" lIns="0" tIns="18097" rIns="0" bIns="0" rtlCol="0">
            <a:noAutofit/>
          </a:bodyPr>
          <a:lstStyle/>
          <a:p>
            <a:pPr marL="12700">
              <a:lnSpc>
                <a:spcPts val="2850"/>
              </a:lnSpc>
            </a:pPr>
            <a:r>
              <a:rPr dirty="0" smtClean="0" sz="2700" spc="-11" b="1">
                <a:solidFill>
                  <a:srgbClr val="0E172A"/>
                </a:solidFill>
                <a:latin typeface="Calibri"/>
                <a:cs typeface="Calibri"/>
              </a:rPr>
              <a:t>Risi</a:t>
            </a:r>
            <a:r>
              <a:rPr dirty="0" smtClean="0" sz="2700" spc="-11" b="1">
                <a:solidFill>
                  <a:srgbClr val="0E172A"/>
                </a:solidFill>
                <a:latin typeface="Calibri"/>
                <a:cs typeface="Calibri"/>
              </a:rPr>
              <a:t>k</a:t>
            </a:r>
            <a:r>
              <a:rPr dirty="0" smtClean="0" sz="2700" spc="-11" b="1">
                <a:solidFill>
                  <a:srgbClr val="0E172A"/>
                </a:solidFill>
                <a:latin typeface="Calibri"/>
                <a:cs typeface="Calibri"/>
              </a:rPr>
              <a:t>o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41414" y="2660904"/>
            <a:ext cx="2451632" cy="401574"/>
          </a:xfrm>
          <a:prstGeom prst="rect">
            <a:avLst/>
          </a:prstGeom>
        </p:spPr>
        <p:txBody>
          <a:bodyPr wrap="square" lIns="0" tIns="8826" rIns="0" bIns="0" rtlCol="0">
            <a:noAutofit/>
          </a:bodyPr>
          <a:lstStyle/>
          <a:p>
            <a:pPr marL="12700" marR="20116">
              <a:lnSpc>
                <a:spcPts val="1390"/>
              </a:lnSpc>
            </a:pP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K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a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t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e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g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or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i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 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A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m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a</a:t>
            </a:r>
            <a:r>
              <a:rPr dirty="0" smtClean="0" sz="1250" spc="0" b="1">
                <a:solidFill>
                  <a:srgbClr val="15803C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335"/>
              </a:spcBef>
            </a:pP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k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o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Ri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iko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0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–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2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0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•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P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emb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n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an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ru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in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berka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166434"/>
                </a:solidFill>
                <a:latin typeface="Calibri"/>
                <a:cs typeface="Calibri"/>
              </a:rPr>
              <a:t>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56824" y="2790190"/>
            <a:ext cx="363727" cy="139700"/>
          </a:xfrm>
          <a:prstGeom prst="rect">
            <a:avLst/>
          </a:prstGeom>
        </p:spPr>
        <p:txBody>
          <a:bodyPr wrap="square" lIns="0" tIns="6445" rIns="0" bIns="0" rtlCol="0">
            <a:noAutofit/>
          </a:bodyPr>
          <a:lstStyle/>
          <a:p>
            <a:pPr marL="12700">
              <a:lnSpc>
                <a:spcPts val="1015"/>
              </a:lnSpc>
            </a:pPr>
            <a:r>
              <a:rPr dirty="0" smtClean="0" sz="900" spc="-1" b="1">
                <a:solidFill>
                  <a:srgbClr val="F8F9FB"/>
                </a:solidFill>
                <a:latin typeface="Calibri"/>
                <a:cs typeface="Calibri"/>
              </a:rPr>
              <a:t>S</a:t>
            </a:r>
            <a:r>
              <a:rPr dirty="0" smtClean="0" sz="900" spc="-1" b="1">
                <a:solidFill>
                  <a:srgbClr val="F8F9FB"/>
                </a:solidFill>
                <a:latin typeface="Calibri"/>
                <a:cs typeface="Calibri"/>
              </a:rPr>
              <a:t>T</a:t>
            </a:r>
            <a:r>
              <a:rPr dirty="0" smtClean="0" sz="900" spc="-1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r>
              <a:rPr dirty="0" smtClean="0" sz="900" spc="-1" b="1">
                <a:solidFill>
                  <a:srgbClr val="F8F9FB"/>
                </a:solidFill>
                <a:latin typeface="Calibri"/>
                <a:cs typeface="Calibri"/>
              </a:rPr>
              <a:t>BIL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3454" y="2894990"/>
            <a:ext cx="1983055" cy="197916"/>
          </a:xfrm>
          <a:prstGeom prst="rect">
            <a:avLst/>
          </a:prstGeom>
        </p:spPr>
        <p:txBody>
          <a:bodyPr wrap="square" lIns="0" tIns="9398" rIns="0" bIns="0" rtlCol="0">
            <a:noAutofit/>
          </a:bodyPr>
          <a:lstStyle/>
          <a:p>
            <a:pPr marL="12700">
              <a:lnSpc>
                <a:spcPts val="1480"/>
              </a:lnSpc>
            </a:pP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S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ack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Ma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n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d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i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r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i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T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an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p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B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eb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a</a:t>
            </a:r>
            <a:r>
              <a:rPr dirty="0" smtClean="0" sz="1350" spc="-8" b="1">
                <a:solidFill>
                  <a:srgbClr val="0E172A"/>
                </a:solidFill>
                <a:latin typeface="Calibri"/>
                <a:cs typeface="Calibri"/>
              </a:rPr>
              <a:t>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3352165"/>
            <a:ext cx="5005688" cy="385063"/>
          </a:xfrm>
          <a:prstGeom prst="rect">
            <a:avLst/>
          </a:prstGeom>
        </p:spPr>
        <p:txBody>
          <a:bodyPr wrap="square" lIns="0" tIns="7874" rIns="0" bIns="0" rtlCol="0">
            <a:noAutofit/>
          </a:bodyPr>
          <a:lstStyle/>
          <a:p>
            <a:pPr marL="12700">
              <a:lnSpc>
                <a:spcPts val="1240"/>
              </a:lnSpc>
            </a:pP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D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ba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g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u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den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g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Fla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m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o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o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l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l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o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kal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dependensi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da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abase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k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sterna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l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,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an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P</a:t>
            </a:r>
            <a:r>
              <a:rPr dirty="0" smtClean="0" sz="1100" spc="7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  <a:p>
            <a:pPr marL="12700" marR="21488">
              <a:lnSpc>
                <a:spcPct val="101725"/>
              </a:lnSpc>
              <a:spcBef>
                <a:spcPts val="298"/>
              </a:spcBef>
            </a:pP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berba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y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ar,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dan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v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sua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l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sa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s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n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e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r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ak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f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v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i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C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h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ar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t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.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j</a:t>
            </a:r>
            <a:r>
              <a:rPr dirty="0" smtClean="0" sz="1100" spc="6">
                <a:solidFill>
                  <a:srgbClr val="465469"/>
                </a:solidFill>
                <a:latin typeface="Calibri"/>
                <a:cs typeface="Calibri"/>
              </a:rPr>
              <a:t>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1414" y="3632580"/>
            <a:ext cx="3251470" cy="401777"/>
          </a:xfrm>
          <a:prstGeom prst="rect">
            <a:avLst/>
          </a:prstGeom>
        </p:spPr>
        <p:txBody>
          <a:bodyPr wrap="square" lIns="0" tIns="8826" rIns="0" bIns="0" rtlCol="0">
            <a:noAutofit/>
          </a:bodyPr>
          <a:lstStyle/>
          <a:p>
            <a:pPr marL="12700" marR="20162">
              <a:lnSpc>
                <a:spcPts val="1390"/>
              </a:lnSpc>
            </a:pP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K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a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t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e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g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or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i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 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P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a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n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t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a</a:t>
            </a:r>
            <a:r>
              <a:rPr dirty="0" smtClean="0" sz="1250" spc="-2" b="1">
                <a:solidFill>
                  <a:srgbClr val="A06107"/>
                </a:solidFill>
                <a:latin typeface="Calibri"/>
                <a:cs typeface="Calibri"/>
              </a:rPr>
              <a:t>u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340"/>
              </a:spcBef>
            </a:pP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k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o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Ri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ko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21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–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50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•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O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b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er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va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m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n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g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g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u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an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&amp;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p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en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d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m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p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n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g</a:t>
            </a:r>
            <a:r>
              <a:rPr dirty="0" smtClean="0" sz="1050" spc="-2">
                <a:solidFill>
                  <a:srgbClr val="854D0D"/>
                </a:solidFill>
                <a:latin typeface="Calibri"/>
                <a:cs typeface="Calibri"/>
              </a:rPr>
              <a:t>an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47147" y="3847465"/>
            <a:ext cx="538602" cy="139700"/>
          </a:xfrm>
          <a:prstGeom prst="rect">
            <a:avLst/>
          </a:prstGeom>
        </p:spPr>
        <p:txBody>
          <a:bodyPr wrap="square" lIns="0" tIns="6445" rIns="0" bIns="0" rtlCol="0">
            <a:noAutofit/>
          </a:bodyPr>
          <a:lstStyle/>
          <a:p>
            <a:pPr marL="12700">
              <a:lnSpc>
                <a:spcPts val="1015"/>
              </a:lnSpc>
            </a:pPr>
            <a:r>
              <a:rPr dirty="0" smtClean="0" sz="900" spc="-2" b="1">
                <a:solidFill>
                  <a:srgbClr val="F8F9FB"/>
                </a:solidFill>
                <a:latin typeface="Calibri"/>
                <a:cs typeface="Calibri"/>
              </a:rPr>
              <a:t>W</a:t>
            </a:r>
            <a:r>
              <a:rPr dirty="0" smtClean="0" sz="900" spc="-2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r>
              <a:rPr dirty="0" smtClean="0" sz="900" spc="-2" b="1">
                <a:solidFill>
                  <a:srgbClr val="F8F9FB"/>
                </a:solidFill>
                <a:latin typeface="Calibri"/>
                <a:cs typeface="Calibri"/>
              </a:rPr>
              <a:t>S</a:t>
            </a:r>
            <a:r>
              <a:rPr dirty="0" smtClean="0" sz="900" spc="-2" b="1">
                <a:solidFill>
                  <a:srgbClr val="F8F9FB"/>
                </a:solidFill>
                <a:latin typeface="Calibri"/>
                <a:cs typeface="Calibri"/>
              </a:rPr>
              <a:t>P</a:t>
            </a:r>
            <a:r>
              <a:rPr dirty="0" smtClean="0" sz="900" spc="-2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r>
              <a:rPr dirty="0" smtClean="0" sz="900" spc="-2" b="1">
                <a:solidFill>
                  <a:srgbClr val="F8F9FB"/>
                </a:solidFill>
                <a:latin typeface="Calibri"/>
                <a:cs typeface="Calibri"/>
              </a:rPr>
              <a:t>D</a:t>
            </a:r>
            <a:r>
              <a:rPr dirty="0" smtClean="0" sz="900" spc="-2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4046347"/>
            <a:ext cx="1370775" cy="959865"/>
          </a:xfrm>
          <a:prstGeom prst="rect">
            <a:avLst/>
          </a:prstGeom>
        </p:spPr>
        <p:txBody>
          <a:bodyPr wrap="square" lIns="0" tIns="7461" rIns="0" bIns="0" rtlCol="0">
            <a:noAutofit/>
          </a:bodyPr>
          <a:lstStyle/>
          <a:p>
            <a:pPr marL="12700" marR="20116">
              <a:lnSpc>
                <a:spcPts val="1175"/>
              </a:lnSpc>
            </a:pP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Ab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en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&lt;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9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5</a:t>
            </a:r>
            <a:r>
              <a:rPr dirty="0" smtClean="0" sz="1050" spc="0">
                <a:solidFill>
                  <a:srgbClr val="63748A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 marL="12700" marR="20116">
              <a:lnSpc>
                <a:spcPct val="101725"/>
              </a:lnSpc>
              <a:spcBef>
                <a:spcPts val="759"/>
              </a:spcBef>
            </a:pP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Ra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a-ra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Ni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ai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&lt;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8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  <a:p>
            <a:pPr marL="12700" marR="20116">
              <a:lnSpc>
                <a:spcPct val="101725"/>
              </a:lnSpc>
              <a:spcBef>
                <a:spcPts val="818"/>
              </a:spcBef>
            </a:pP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ela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g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g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aran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&gt;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3">
                <a:solidFill>
                  <a:srgbClr val="63748A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820"/>
              </a:spcBef>
            </a:pP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en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forma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Menurun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0510" y="4046347"/>
            <a:ext cx="555419" cy="959865"/>
          </a:xfrm>
          <a:prstGeom prst="rect">
            <a:avLst/>
          </a:prstGeom>
        </p:spPr>
        <p:txBody>
          <a:bodyPr wrap="square" lIns="0" tIns="7461" rIns="0" bIns="0" rtlCol="0">
            <a:noAutofit/>
          </a:bodyPr>
          <a:lstStyle/>
          <a:p>
            <a:pPr marL="12700" marR="20116">
              <a:lnSpc>
                <a:spcPts val="1175"/>
              </a:lnSpc>
            </a:pPr>
            <a:r>
              <a:rPr dirty="0" smtClean="0" sz="1050" b="1">
                <a:solidFill>
                  <a:srgbClr val="DC2525"/>
                </a:solidFill>
                <a:latin typeface="Calibri"/>
                <a:cs typeface="Calibri"/>
              </a:rPr>
              <a:t>+</a:t>
            </a:r>
            <a:r>
              <a:rPr dirty="0" smtClean="0" sz="1050" b="1">
                <a:solidFill>
                  <a:srgbClr val="DC2525"/>
                </a:solidFill>
                <a:latin typeface="Calibri"/>
                <a:cs typeface="Calibri"/>
              </a:rPr>
              <a:t>4</a:t>
            </a:r>
            <a:r>
              <a:rPr dirty="0" smtClean="0" sz="1050" b="1">
                <a:solidFill>
                  <a:srgbClr val="DC2525"/>
                </a:solidFill>
                <a:latin typeface="Calibri"/>
                <a:cs typeface="Calibri"/>
              </a:rPr>
              <a:t>0</a:t>
            </a:r>
            <a:r>
              <a:rPr dirty="0" smtClean="0" sz="1050" b="1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dirty="0" smtClean="0" sz="1050" b="1">
                <a:solidFill>
                  <a:srgbClr val="DC2525"/>
                </a:solidFill>
                <a:latin typeface="Calibri"/>
                <a:cs typeface="Calibri"/>
              </a:rPr>
              <a:t>Poin</a:t>
            </a:r>
            <a:endParaRPr sz="1050">
              <a:latin typeface="Calibri"/>
              <a:cs typeface="Calibri"/>
            </a:endParaRPr>
          </a:p>
          <a:p>
            <a:pPr marL="12700" marR="20116">
              <a:lnSpc>
                <a:spcPct val="101725"/>
              </a:lnSpc>
              <a:spcBef>
                <a:spcPts val="759"/>
              </a:spcBef>
            </a:pPr>
            <a:r>
              <a:rPr dirty="0" smtClean="0" sz="1050" b="1">
                <a:solidFill>
                  <a:srgbClr val="EA570C"/>
                </a:solidFill>
                <a:latin typeface="Calibri"/>
                <a:cs typeface="Calibri"/>
              </a:rPr>
              <a:t>+</a:t>
            </a:r>
            <a:r>
              <a:rPr dirty="0" smtClean="0" sz="1050" b="1">
                <a:solidFill>
                  <a:srgbClr val="EA570C"/>
                </a:solidFill>
                <a:latin typeface="Calibri"/>
                <a:cs typeface="Calibri"/>
              </a:rPr>
              <a:t>3</a:t>
            </a:r>
            <a:r>
              <a:rPr dirty="0" smtClean="0" sz="1050" b="1">
                <a:solidFill>
                  <a:srgbClr val="EA570C"/>
                </a:solidFill>
                <a:latin typeface="Calibri"/>
                <a:cs typeface="Calibri"/>
              </a:rPr>
              <a:t>0</a:t>
            </a:r>
            <a:r>
              <a:rPr dirty="0" smtClean="0" sz="1050" b="1">
                <a:solidFill>
                  <a:srgbClr val="EA570C"/>
                </a:solidFill>
                <a:latin typeface="Calibri"/>
                <a:cs typeface="Calibri"/>
              </a:rPr>
              <a:t> </a:t>
            </a:r>
            <a:r>
              <a:rPr dirty="0" smtClean="0" sz="1050" b="1">
                <a:solidFill>
                  <a:srgbClr val="EA570C"/>
                </a:solidFill>
                <a:latin typeface="Calibri"/>
                <a:cs typeface="Calibri"/>
              </a:rPr>
              <a:t>Poin</a:t>
            </a:r>
            <a:endParaRPr sz="1050">
              <a:latin typeface="Calibri"/>
              <a:cs typeface="Calibri"/>
            </a:endParaRPr>
          </a:p>
          <a:p>
            <a:pPr marL="22225" marR="20116">
              <a:lnSpc>
                <a:spcPct val="101725"/>
              </a:lnSpc>
              <a:spcBef>
                <a:spcPts val="818"/>
              </a:spcBef>
            </a:pPr>
            <a:r>
              <a:rPr dirty="0" smtClean="0" sz="1050" b="1">
                <a:solidFill>
                  <a:srgbClr val="0E172A"/>
                </a:solidFill>
                <a:latin typeface="Calibri"/>
                <a:cs typeface="Calibri"/>
              </a:rPr>
              <a:t>+</a:t>
            </a:r>
            <a:r>
              <a:rPr dirty="0" smtClean="0" sz="1050" b="1">
                <a:solidFill>
                  <a:srgbClr val="0E172A"/>
                </a:solidFill>
                <a:latin typeface="Calibri"/>
                <a:cs typeface="Calibri"/>
              </a:rPr>
              <a:t>2</a:t>
            </a:r>
            <a:r>
              <a:rPr dirty="0" smtClean="0" sz="1050" b="1">
                <a:solidFill>
                  <a:srgbClr val="0E172A"/>
                </a:solidFill>
                <a:latin typeface="Calibri"/>
                <a:cs typeface="Calibri"/>
              </a:rPr>
              <a:t>0</a:t>
            </a:r>
            <a:r>
              <a:rPr dirty="0" smtClean="0" sz="105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1050" b="1">
                <a:solidFill>
                  <a:srgbClr val="0E172A"/>
                </a:solidFill>
                <a:latin typeface="Calibri"/>
                <a:cs typeface="Calibri"/>
              </a:rPr>
              <a:t>Poin</a:t>
            </a:r>
            <a:endParaRPr sz="1050">
              <a:latin typeface="Calibri"/>
              <a:cs typeface="Calibri"/>
            </a:endParaRPr>
          </a:p>
          <a:p>
            <a:pPr marL="41401">
              <a:lnSpc>
                <a:spcPct val="101725"/>
              </a:lnSpc>
              <a:spcBef>
                <a:spcPts val="820"/>
              </a:spcBef>
            </a:pPr>
            <a:r>
              <a:rPr dirty="0" smtClean="0" sz="1050" b="1">
                <a:solidFill>
                  <a:srgbClr val="4F46E4"/>
                </a:solidFill>
                <a:latin typeface="Calibri"/>
                <a:cs typeface="Calibri"/>
              </a:rPr>
              <a:t>+</a:t>
            </a:r>
            <a:r>
              <a:rPr dirty="0" smtClean="0" sz="1050" b="1">
                <a:solidFill>
                  <a:srgbClr val="4F46E4"/>
                </a:solidFill>
                <a:latin typeface="Calibri"/>
                <a:cs typeface="Calibri"/>
              </a:rPr>
              <a:t>1</a:t>
            </a:r>
            <a:r>
              <a:rPr dirty="0" smtClean="0" sz="1050" b="1">
                <a:solidFill>
                  <a:srgbClr val="4F46E4"/>
                </a:solidFill>
                <a:latin typeface="Calibri"/>
                <a:cs typeface="Calibri"/>
              </a:rPr>
              <a:t>0</a:t>
            </a:r>
            <a:r>
              <a:rPr dirty="0" smtClean="0" sz="1050" b="1">
                <a:solidFill>
                  <a:srgbClr val="4F46E4"/>
                </a:solidFill>
                <a:latin typeface="Calibri"/>
                <a:cs typeface="Calibri"/>
              </a:rPr>
              <a:t> </a:t>
            </a:r>
            <a:r>
              <a:rPr dirty="0" smtClean="0" sz="1050" b="1">
                <a:solidFill>
                  <a:srgbClr val="4F46E4"/>
                </a:solidFill>
                <a:latin typeface="Calibri"/>
                <a:cs typeface="Calibri"/>
              </a:rPr>
              <a:t>Poin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1414" y="4775835"/>
            <a:ext cx="3102646" cy="401700"/>
          </a:xfrm>
          <a:prstGeom prst="rect">
            <a:avLst/>
          </a:prstGeom>
        </p:spPr>
        <p:txBody>
          <a:bodyPr wrap="square" lIns="0" tIns="8826" rIns="0" bIns="0" rtlCol="0">
            <a:noAutofit/>
          </a:bodyPr>
          <a:lstStyle/>
          <a:p>
            <a:pPr marL="12700" marR="20116">
              <a:lnSpc>
                <a:spcPts val="1390"/>
              </a:lnSpc>
            </a:pP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K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a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t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e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g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or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i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 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I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n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t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e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r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v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e</a:t>
            </a:r>
            <a:r>
              <a:rPr dirty="0" smtClean="0" sz="1250" spc="0" b="1">
                <a:solidFill>
                  <a:srgbClr val="B81C1C"/>
                </a:solidFill>
                <a:latin typeface="Calibri"/>
                <a:cs typeface="Calibri"/>
              </a:rPr>
              <a:t>nsi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340"/>
              </a:spcBef>
            </a:pP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k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o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Ri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iko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5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1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–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1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0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0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•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Ti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n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d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kan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e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arah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&amp;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p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n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g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g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an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wa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991B1B"/>
                </a:solidFill>
                <a:latin typeface="Calibri"/>
                <a:cs typeface="Calibri"/>
              </a:rPr>
              <a:t>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37622" y="4905121"/>
            <a:ext cx="549197" cy="139700"/>
          </a:xfrm>
          <a:prstGeom prst="rect">
            <a:avLst/>
          </a:prstGeom>
        </p:spPr>
        <p:txBody>
          <a:bodyPr wrap="square" lIns="0" tIns="6445" rIns="0" bIns="0" rtlCol="0">
            <a:noAutofit/>
          </a:bodyPr>
          <a:lstStyle/>
          <a:p>
            <a:pPr marL="12700">
              <a:lnSpc>
                <a:spcPts val="1015"/>
              </a:lnSpc>
            </a:pPr>
            <a:r>
              <a:rPr dirty="0" smtClean="0" sz="900" spc="-1" b="1">
                <a:solidFill>
                  <a:srgbClr val="FFFFFF"/>
                </a:solidFill>
                <a:latin typeface="Calibri"/>
                <a:cs typeface="Calibri"/>
              </a:rPr>
              <a:t>PRIORI</a:t>
            </a:r>
            <a:r>
              <a:rPr dirty="0" smtClean="0" sz="900" spc="-1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mtClean="0" sz="900" spc="-1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mtClean="0" sz="900" spc="-1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28700" y="3755961"/>
            <a:ext cx="49149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924300" y="1350289"/>
            <a:ext cx="3872484" cy="5653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973449" y="1376172"/>
            <a:ext cx="3779520" cy="471550"/>
          </a:xfrm>
          <a:custGeom>
            <a:avLst/>
            <a:gdLst/>
            <a:ahLst/>
            <a:cxnLst/>
            <a:rect l="l" t="t" r="r" b="b"/>
            <a:pathLst>
              <a:path w="3779520" h="471550">
                <a:moveTo>
                  <a:pt x="0" y="78612"/>
                </a:moveTo>
                <a:lnTo>
                  <a:pt x="0" y="392938"/>
                </a:lnTo>
                <a:lnTo>
                  <a:pt x="765" y="403960"/>
                </a:lnTo>
                <a:lnTo>
                  <a:pt x="17284" y="442138"/>
                </a:lnTo>
                <a:lnTo>
                  <a:pt x="50456" y="466363"/>
                </a:lnTo>
                <a:lnTo>
                  <a:pt x="78612" y="471550"/>
                </a:lnTo>
                <a:lnTo>
                  <a:pt x="3700906" y="471550"/>
                </a:lnTo>
                <a:lnTo>
                  <a:pt x="3738610" y="461944"/>
                </a:lnTo>
                <a:lnTo>
                  <a:pt x="3768208" y="433600"/>
                </a:lnTo>
                <a:lnTo>
                  <a:pt x="3779520" y="392938"/>
                </a:lnTo>
                <a:lnTo>
                  <a:pt x="3779520" y="78612"/>
                </a:lnTo>
                <a:lnTo>
                  <a:pt x="3769913" y="40909"/>
                </a:lnTo>
                <a:lnTo>
                  <a:pt x="3741569" y="11311"/>
                </a:lnTo>
                <a:lnTo>
                  <a:pt x="3700906" y="0"/>
                </a:lnTo>
                <a:lnTo>
                  <a:pt x="78612" y="0"/>
                </a:lnTo>
                <a:lnTo>
                  <a:pt x="40909" y="9606"/>
                </a:lnTo>
                <a:lnTo>
                  <a:pt x="11311" y="37950"/>
                </a:lnTo>
                <a:lnTo>
                  <a:pt x="0" y="786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973449" y="1376172"/>
            <a:ext cx="3779520" cy="471550"/>
          </a:xfrm>
          <a:custGeom>
            <a:avLst/>
            <a:gdLst/>
            <a:ahLst/>
            <a:cxnLst/>
            <a:rect l="l" t="t" r="r" b="b"/>
            <a:pathLst>
              <a:path w="3779520" h="471550">
                <a:moveTo>
                  <a:pt x="0" y="78612"/>
                </a:moveTo>
                <a:lnTo>
                  <a:pt x="11311" y="37950"/>
                </a:lnTo>
                <a:lnTo>
                  <a:pt x="40909" y="9606"/>
                </a:lnTo>
                <a:lnTo>
                  <a:pt x="78612" y="0"/>
                </a:lnTo>
                <a:lnTo>
                  <a:pt x="3700906" y="0"/>
                </a:lnTo>
                <a:lnTo>
                  <a:pt x="3741569" y="11311"/>
                </a:lnTo>
                <a:lnTo>
                  <a:pt x="3769913" y="40909"/>
                </a:lnTo>
                <a:lnTo>
                  <a:pt x="3779520" y="78612"/>
                </a:lnTo>
                <a:lnTo>
                  <a:pt x="3779520" y="392938"/>
                </a:lnTo>
                <a:lnTo>
                  <a:pt x="3768208" y="433600"/>
                </a:lnTo>
                <a:lnTo>
                  <a:pt x="3738610" y="461944"/>
                </a:lnTo>
                <a:lnTo>
                  <a:pt x="3700906" y="471550"/>
                </a:lnTo>
                <a:lnTo>
                  <a:pt x="78612" y="471550"/>
                </a:lnTo>
                <a:lnTo>
                  <a:pt x="37950" y="460239"/>
                </a:lnTo>
                <a:lnTo>
                  <a:pt x="9606" y="430641"/>
                </a:lnTo>
                <a:lnTo>
                  <a:pt x="0" y="392938"/>
                </a:lnTo>
                <a:lnTo>
                  <a:pt x="0" y="78612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599311" y="2081999"/>
            <a:ext cx="8993504" cy="4531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60" y="514222"/>
            <a:ext cx="5538296" cy="740283"/>
          </a:xfrm>
          <a:prstGeom prst="rect">
            <a:avLst/>
          </a:prstGeom>
        </p:spPr>
        <p:txBody>
          <a:bodyPr wrap="square" lIns="0" tIns="7080" rIns="0" bIns="0" rtlCol="0">
            <a:noAutofit/>
          </a:bodyPr>
          <a:lstStyle/>
          <a:p>
            <a:pPr marL="12700" marR="41833">
              <a:lnSpc>
                <a:spcPts val="1115"/>
              </a:lnSpc>
            </a:pP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K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P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ORA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F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U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R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AP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K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(1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/</a:t>
            </a:r>
            <a:r>
              <a:rPr dirty="0" smtClean="0" sz="1000" spc="-2" b="1">
                <a:solidFill>
                  <a:srgbClr val="2462EB"/>
                </a:solidFill>
                <a:latin typeface="Calibri"/>
                <a:cs typeface="Calibri"/>
              </a:rPr>
              <a:t>4)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269"/>
              </a:spcBef>
            </a:pP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Be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n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da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E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se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k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if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&amp;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sh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b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o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r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Ra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d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ar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erp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u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s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dirty="0" smtClean="0" sz="2200" spc="-13" b="1">
                <a:solidFill>
                  <a:srgbClr val="1E293A"/>
                </a:solidFill>
                <a:latin typeface="Calibri"/>
                <a:cs typeface="Calibri"/>
              </a:rPr>
              <a:t>t</a:t>
            </a:r>
            <a:endParaRPr sz="2200">
              <a:latin typeface="Calibri"/>
              <a:cs typeface="Calibri"/>
            </a:endParaRPr>
          </a:p>
          <a:p>
            <a:pPr marL="12700" marR="41833">
              <a:lnSpc>
                <a:spcPct val="101725"/>
              </a:lnSpc>
              <a:spcBef>
                <a:spcPts val="155"/>
              </a:spcBef>
            </a:pP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M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si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sel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h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sis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w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d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alam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y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ar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se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c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c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p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200" spc="-2">
                <a:solidFill>
                  <a:srgbClr val="63748A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27017" y="1514475"/>
            <a:ext cx="2850336" cy="228092"/>
          </a:xfrm>
          <a:prstGeom prst="rect">
            <a:avLst/>
          </a:prstGeom>
        </p:spPr>
        <p:txBody>
          <a:bodyPr wrap="square" lIns="0" tIns="10953" rIns="0" bIns="0" rtlCol="0">
            <a:noAutofit/>
          </a:bodyPr>
          <a:lstStyle/>
          <a:p>
            <a:pPr marL="12700">
              <a:lnSpc>
                <a:spcPts val="1725"/>
              </a:lnSpc>
            </a:pP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B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e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r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an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d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E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k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se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k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u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tif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(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Lan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d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ing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 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P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a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g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e</a:t>
            </a:r>
            <a:r>
              <a:rPr dirty="0" smtClean="0" sz="1600" spc="-7" b="1">
                <a:solidFill>
                  <a:srgbClr val="1E3989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924300" y="1350289"/>
            <a:ext cx="4421124" cy="5653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973449" y="1376172"/>
            <a:ext cx="4327271" cy="471550"/>
          </a:xfrm>
          <a:custGeom>
            <a:avLst/>
            <a:gdLst/>
            <a:ahLst/>
            <a:cxnLst/>
            <a:rect l="l" t="t" r="r" b="b"/>
            <a:pathLst>
              <a:path w="4327271" h="471550">
                <a:moveTo>
                  <a:pt x="0" y="78612"/>
                </a:moveTo>
                <a:lnTo>
                  <a:pt x="0" y="392938"/>
                </a:lnTo>
                <a:lnTo>
                  <a:pt x="765" y="403960"/>
                </a:lnTo>
                <a:lnTo>
                  <a:pt x="17284" y="442138"/>
                </a:lnTo>
                <a:lnTo>
                  <a:pt x="50456" y="466363"/>
                </a:lnTo>
                <a:lnTo>
                  <a:pt x="78612" y="471550"/>
                </a:lnTo>
                <a:lnTo>
                  <a:pt x="4248658" y="471550"/>
                </a:lnTo>
                <a:lnTo>
                  <a:pt x="4286361" y="461944"/>
                </a:lnTo>
                <a:lnTo>
                  <a:pt x="4315959" y="433600"/>
                </a:lnTo>
                <a:lnTo>
                  <a:pt x="4327271" y="392938"/>
                </a:lnTo>
                <a:lnTo>
                  <a:pt x="4327271" y="78612"/>
                </a:lnTo>
                <a:lnTo>
                  <a:pt x="4317664" y="40909"/>
                </a:lnTo>
                <a:lnTo>
                  <a:pt x="4289320" y="11311"/>
                </a:lnTo>
                <a:lnTo>
                  <a:pt x="4248658" y="0"/>
                </a:lnTo>
                <a:lnTo>
                  <a:pt x="78612" y="0"/>
                </a:lnTo>
                <a:lnTo>
                  <a:pt x="40909" y="9606"/>
                </a:lnTo>
                <a:lnTo>
                  <a:pt x="11311" y="37950"/>
                </a:lnTo>
                <a:lnTo>
                  <a:pt x="0" y="786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973449" y="1376172"/>
            <a:ext cx="4327271" cy="471550"/>
          </a:xfrm>
          <a:custGeom>
            <a:avLst/>
            <a:gdLst/>
            <a:ahLst/>
            <a:cxnLst/>
            <a:rect l="l" t="t" r="r" b="b"/>
            <a:pathLst>
              <a:path w="4327271" h="471550">
                <a:moveTo>
                  <a:pt x="0" y="78612"/>
                </a:moveTo>
                <a:lnTo>
                  <a:pt x="11311" y="37950"/>
                </a:lnTo>
                <a:lnTo>
                  <a:pt x="40909" y="9606"/>
                </a:lnTo>
                <a:lnTo>
                  <a:pt x="78612" y="0"/>
                </a:lnTo>
                <a:lnTo>
                  <a:pt x="4248658" y="0"/>
                </a:lnTo>
                <a:lnTo>
                  <a:pt x="4289320" y="11311"/>
                </a:lnTo>
                <a:lnTo>
                  <a:pt x="4317664" y="40909"/>
                </a:lnTo>
                <a:lnTo>
                  <a:pt x="4327271" y="78612"/>
                </a:lnTo>
                <a:lnTo>
                  <a:pt x="4327271" y="392938"/>
                </a:lnTo>
                <a:lnTo>
                  <a:pt x="4315959" y="433600"/>
                </a:lnTo>
                <a:lnTo>
                  <a:pt x="4286361" y="461944"/>
                </a:lnTo>
                <a:lnTo>
                  <a:pt x="4248658" y="471550"/>
                </a:lnTo>
                <a:lnTo>
                  <a:pt x="78612" y="471550"/>
                </a:lnTo>
                <a:lnTo>
                  <a:pt x="37950" y="460239"/>
                </a:lnTo>
                <a:lnTo>
                  <a:pt x="9606" y="430641"/>
                </a:lnTo>
                <a:lnTo>
                  <a:pt x="0" y="392938"/>
                </a:lnTo>
                <a:lnTo>
                  <a:pt x="0" y="78612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608836" y="2015185"/>
            <a:ext cx="9056623" cy="4631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60" y="511040"/>
            <a:ext cx="5642898" cy="775778"/>
          </a:xfrm>
          <a:prstGeom prst="rect">
            <a:avLst/>
          </a:prstGeom>
        </p:spPr>
        <p:txBody>
          <a:bodyPr wrap="square" lIns="0" tIns="7365" rIns="0" bIns="0" rtlCol="0">
            <a:noAutofit/>
          </a:bodyPr>
          <a:lstStyle/>
          <a:p>
            <a:pPr marL="12700" marR="41833">
              <a:lnSpc>
                <a:spcPts val="1160"/>
              </a:lnSpc>
            </a:pP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EK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P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OR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A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F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T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UR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A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P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KASI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(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2/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4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)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ts val="2920"/>
              </a:lnSpc>
              <a:spcBef>
                <a:spcPts val="88"/>
              </a:spcBef>
            </a:pP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P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r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o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fil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Detail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Si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s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wa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&amp;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R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e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k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o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m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endasi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T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erar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14" b="1">
                <a:solidFill>
                  <a:srgbClr val="1E293A"/>
                </a:solidFill>
                <a:latin typeface="Segoe UI"/>
                <a:cs typeface="Segoe UI"/>
              </a:rPr>
              <a:t>h</a:t>
            </a:r>
            <a:endParaRPr sz="2200">
              <a:latin typeface="Segoe UI"/>
              <a:cs typeface="Segoe UI"/>
            </a:endParaRPr>
          </a:p>
          <a:p>
            <a:pPr marL="12700" marR="41833">
              <a:lnSpc>
                <a:spcPct val="110839"/>
              </a:lnSpc>
              <a:spcBef>
                <a:spcPts val="259"/>
              </a:spcBef>
            </a:pP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Me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n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y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ajikan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j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jak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per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k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m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b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a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n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gan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lo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n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git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u</a:t>
            </a:r>
            <a:r>
              <a:rPr dirty="0" smtClean="0" sz="1200" spc="-1">
                <a:solidFill>
                  <a:srgbClr val="63748A"/>
                </a:solidFill>
                <a:latin typeface="Segoe UI"/>
                <a:cs typeface="Segoe UI"/>
              </a:rPr>
              <a:t>dinal.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469384" y="1499508"/>
            <a:ext cx="3221883" cy="228092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V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u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l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T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r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en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N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l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M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u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l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t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-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T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h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u</a:t>
            </a:r>
            <a:r>
              <a:rPr dirty="0" smtClean="0" sz="1600" spc="-12" b="1">
                <a:solidFill>
                  <a:srgbClr val="1E3989"/>
                </a:solidFill>
                <a:latin typeface="Segoe UI"/>
                <a:cs typeface="Segoe UI"/>
              </a:rPr>
              <a:t>n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924300" y="1350289"/>
            <a:ext cx="4421124" cy="5653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973449" y="1376172"/>
            <a:ext cx="4327271" cy="471550"/>
          </a:xfrm>
          <a:custGeom>
            <a:avLst/>
            <a:gdLst/>
            <a:ahLst/>
            <a:cxnLst/>
            <a:rect l="l" t="t" r="r" b="b"/>
            <a:pathLst>
              <a:path w="4327271" h="471550">
                <a:moveTo>
                  <a:pt x="0" y="78612"/>
                </a:moveTo>
                <a:lnTo>
                  <a:pt x="0" y="392938"/>
                </a:lnTo>
                <a:lnTo>
                  <a:pt x="765" y="403960"/>
                </a:lnTo>
                <a:lnTo>
                  <a:pt x="17284" y="442138"/>
                </a:lnTo>
                <a:lnTo>
                  <a:pt x="50456" y="466363"/>
                </a:lnTo>
                <a:lnTo>
                  <a:pt x="78612" y="471550"/>
                </a:lnTo>
                <a:lnTo>
                  <a:pt x="4248658" y="471550"/>
                </a:lnTo>
                <a:lnTo>
                  <a:pt x="4286361" y="461944"/>
                </a:lnTo>
                <a:lnTo>
                  <a:pt x="4315959" y="433600"/>
                </a:lnTo>
                <a:lnTo>
                  <a:pt x="4327271" y="392938"/>
                </a:lnTo>
                <a:lnTo>
                  <a:pt x="4327271" y="78612"/>
                </a:lnTo>
                <a:lnTo>
                  <a:pt x="4317664" y="40909"/>
                </a:lnTo>
                <a:lnTo>
                  <a:pt x="4289320" y="11311"/>
                </a:lnTo>
                <a:lnTo>
                  <a:pt x="4248658" y="0"/>
                </a:lnTo>
                <a:lnTo>
                  <a:pt x="78612" y="0"/>
                </a:lnTo>
                <a:lnTo>
                  <a:pt x="40909" y="9606"/>
                </a:lnTo>
                <a:lnTo>
                  <a:pt x="11311" y="37950"/>
                </a:lnTo>
                <a:lnTo>
                  <a:pt x="0" y="786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973449" y="1376172"/>
            <a:ext cx="4327271" cy="471550"/>
          </a:xfrm>
          <a:custGeom>
            <a:avLst/>
            <a:gdLst/>
            <a:ahLst/>
            <a:cxnLst/>
            <a:rect l="l" t="t" r="r" b="b"/>
            <a:pathLst>
              <a:path w="4327271" h="471550">
                <a:moveTo>
                  <a:pt x="0" y="78612"/>
                </a:moveTo>
                <a:lnTo>
                  <a:pt x="11311" y="37950"/>
                </a:lnTo>
                <a:lnTo>
                  <a:pt x="40909" y="9606"/>
                </a:lnTo>
                <a:lnTo>
                  <a:pt x="78612" y="0"/>
                </a:lnTo>
                <a:lnTo>
                  <a:pt x="4248658" y="0"/>
                </a:lnTo>
                <a:lnTo>
                  <a:pt x="4289320" y="11311"/>
                </a:lnTo>
                <a:lnTo>
                  <a:pt x="4317664" y="40909"/>
                </a:lnTo>
                <a:lnTo>
                  <a:pt x="4327271" y="78612"/>
                </a:lnTo>
                <a:lnTo>
                  <a:pt x="4327271" y="392938"/>
                </a:lnTo>
                <a:lnTo>
                  <a:pt x="4315959" y="433600"/>
                </a:lnTo>
                <a:lnTo>
                  <a:pt x="4286361" y="461944"/>
                </a:lnTo>
                <a:lnTo>
                  <a:pt x="4248658" y="471550"/>
                </a:lnTo>
                <a:lnTo>
                  <a:pt x="78612" y="471550"/>
                </a:lnTo>
                <a:lnTo>
                  <a:pt x="37950" y="460239"/>
                </a:lnTo>
                <a:lnTo>
                  <a:pt x="9606" y="430641"/>
                </a:lnTo>
                <a:lnTo>
                  <a:pt x="0" y="392938"/>
                </a:lnTo>
                <a:lnTo>
                  <a:pt x="0" y="78612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514475" y="1988413"/>
            <a:ext cx="9162923" cy="46791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60" y="511040"/>
            <a:ext cx="7002211" cy="775778"/>
          </a:xfrm>
          <a:prstGeom prst="rect">
            <a:avLst/>
          </a:prstGeom>
        </p:spPr>
        <p:txBody>
          <a:bodyPr wrap="square" lIns="0" tIns="7365" rIns="0" bIns="0" rtlCol="0">
            <a:noAutofit/>
          </a:bodyPr>
          <a:lstStyle/>
          <a:p>
            <a:pPr marL="12700" marR="41833">
              <a:lnSpc>
                <a:spcPts val="1160"/>
              </a:lnSpc>
            </a:pP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EK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P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OR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A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F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T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UR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A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P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KASI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(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3/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4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)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ts val="2920"/>
              </a:lnSpc>
              <a:spcBef>
                <a:spcPts val="88"/>
              </a:spcBef>
            </a:pP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Man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je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m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en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Al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u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r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K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s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u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s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&amp;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P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emeta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n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So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s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io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m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et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r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i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K</a:t>
            </a:r>
            <a:r>
              <a:rPr dirty="0" smtClean="0" sz="2200" spc="-8" b="1">
                <a:solidFill>
                  <a:srgbClr val="1E293A"/>
                </a:solidFill>
                <a:latin typeface="Segoe UI"/>
                <a:cs typeface="Segoe UI"/>
              </a:rPr>
              <a:t>elas</a:t>
            </a:r>
            <a:endParaRPr sz="2200">
              <a:latin typeface="Segoe UI"/>
              <a:cs typeface="Segoe UI"/>
            </a:endParaRPr>
          </a:p>
          <a:p>
            <a:pPr marL="12700" marR="41833">
              <a:lnSpc>
                <a:spcPct val="110839"/>
              </a:lnSpc>
              <a:spcBef>
                <a:spcPts val="259"/>
              </a:spcBef>
            </a:pP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P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ma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n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ta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u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an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data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a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k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adem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i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k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&amp;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s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o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s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ia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l</a:t>
            </a:r>
            <a:r>
              <a:rPr dirty="0" smtClean="0" sz="1200" spc="0">
                <a:solidFill>
                  <a:srgbClr val="63748A"/>
                </a:solidFill>
                <a:latin typeface="Segoe UI"/>
                <a:cs typeface="Segoe UI"/>
              </a:rPr>
              <a:t>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007991" y="1499508"/>
            <a:ext cx="2287880" cy="228092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lur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t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tus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Ka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u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6" b="1">
                <a:solidFill>
                  <a:srgbClr val="1E3989"/>
                </a:solidFill>
                <a:latin typeface="Segoe UI"/>
                <a:cs typeface="Segoe UI"/>
              </a:rPr>
              <a:t>wa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924300" y="1350289"/>
            <a:ext cx="4421124" cy="5653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973449" y="1376172"/>
            <a:ext cx="4327271" cy="471550"/>
          </a:xfrm>
          <a:custGeom>
            <a:avLst/>
            <a:gdLst/>
            <a:ahLst/>
            <a:cxnLst/>
            <a:rect l="l" t="t" r="r" b="b"/>
            <a:pathLst>
              <a:path w="4327271" h="471550">
                <a:moveTo>
                  <a:pt x="0" y="78612"/>
                </a:moveTo>
                <a:lnTo>
                  <a:pt x="0" y="392938"/>
                </a:lnTo>
                <a:lnTo>
                  <a:pt x="765" y="403960"/>
                </a:lnTo>
                <a:lnTo>
                  <a:pt x="17284" y="442138"/>
                </a:lnTo>
                <a:lnTo>
                  <a:pt x="50456" y="466363"/>
                </a:lnTo>
                <a:lnTo>
                  <a:pt x="78612" y="471550"/>
                </a:lnTo>
                <a:lnTo>
                  <a:pt x="4248658" y="471550"/>
                </a:lnTo>
                <a:lnTo>
                  <a:pt x="4286361" y="461944"/>
                </a:lnTo>
                <a:lnTo>
                  <a:pt x="4315959" y="433600"/>
                </a:lnTo>
                <a:lnTo>
                  <a:pt x="4327271" y="392938"/>
                </a:lnTo>
                <a:lnTo>
                  <a:pt x="4327271" y="78612"/>
                </a:lnTo>
                <a:lnTo>
                  <a:pt x="4317664" y="40909"/>
                </a:lnTo>
                <a:lnTo>
                  <a:pt x="4289320" y="11311"/>
                </a:lnTo>
                <a:lnTo>
                  <a:pt x="4248658" y="0"/>
                </a:lnTo>
                <a:lnTo>
                  <a:pt x="78612" y="0"/>
                </a:lnTo>
                <a:lnTo>
                  <a:pt x="40909" y="9606"/>
                </a:lnTo>
                <a:lnTo>
                  <a:pt x="11311" y="37950"/>
                </a:lnTo>
                <a:lnTo>
                  <a:pt x="0" y="786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973449" y="1376172"/>
            <a:ext cx="4327271" cy="471550"/>
          </a:xfrm>
          <a:custGeom>
            <a:avLst/>
            <a:gdLst/>
            <a:ahLst/>
            <a:cxnLst/>
            <a:rect l="l" t="t" r="r" b="b"/>
            <a:pathLst>
              <a:path w="4327271" h="471550">
                <a:moveTo>
                  <a:pt x="0" y="78612"/>
                </a:moveTo>
                <a:lnTo>
                  <a:pt x="11311" y="37950"/>
                </a:lnTo>
                <a:lnTo>
                  <a:pt x="40909" y="9606"/>
                </a:lnTo>
                <a:lnTo>
                  <a:pt x="78612" y="0"/>
                </a:lnTo>
                <a:lnTo>
                  <a:pt x="4248658" y="0"/>
                </a:lnTo>
                <a:lnTo>
                  <a:pt x="4289320" y="11311"/>
                </a:lnTo>
                <a:lnTo>
                  <a:pt x="4317664" y="40909"/>
                </a:lnTo>
                <a:lnTo>
                  <a:pt x="4327271" y="78612"/>
                </a:lnTo>
                <a:lnTo>
                  <a:pt x="4327271" y="392938"/>
                </a:lnTo>
                <a:lnTo>
                  <a:pt x="4315959" y="433600"/>
                </a:lnTo>
                <a:lnTo>
                  <a:pt x="4286361" y="461944"/>
                </a:lnTo>
                <a:lnTo>
                  <a:pt x="4248658" y="471550"/>
                </a:lnTo>
                <a:lnTo>
                  <a:pt x="78612" y="471550"/>
                </a:lnTo>
                <a:lnTo>
                  <a:pt x="37950" y="460239"/>
                </a:lnTo>
                <a:lnTo>
                  <a:pt x="9606" y="430641"/>
                </a:lnTo>
                <a:lnTo>
                  <a:pt x="0" y="392938"/>
                </a:lnTo>
                <a:lnTo>
                  <a:pt x="0" y="78612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420114" y="1992287"/>
            <a:ext cx="9351772" cy="4707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9762871" y="612000"/>
            <a:ext cx="1858899" cy="62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60" y="511040"/>
            <a:ext cx="7286256" cy="713987"/>
          </a:xfrm>
          <a:prstGeom prst="rect">
            <a:avLst/>
          </a:prstGeom>
        </p:spPr>
        <p:txBody>
          <a:bodyPr wrap="square" lIns="0" tIns="7365" rIns="0" bIns="0" rtlCol="0">
            <a:noAutofit/>
          </a:bodyPr>
          <a:lstStyle/>
          <a:p>
            <a:pPr marL="12700" marR="41833">
              <a:lnSpc>
                <a:spcPts val="1160"/>
              </a:lnSpc>
            </a:pP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EK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P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OR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A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S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F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T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UR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A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P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L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KASI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 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(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4/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4</a:t>
            </a:r>
            <a:r>
              <a:rPr dirty="0" smtClean="0" sz="1000" spc="-2" b="1">
                <a:solidFill>
                  <a:srgbClr val="2462EB"/>
                </a:solidFill>
                <a:latin typeface="Segoe UI"/>
                <a:cs typeface="Segoe UI"/>
              </a:rPr>
              <a:t>)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ts val="2560"/>
              </a:lnSpc>
              <a:spcBef>
                <a:spcPts val="70"/>
              </a:spcBef>
            </a:pP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s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is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t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en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T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an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y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R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e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k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o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m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endasi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&amp;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T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t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a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K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elola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Data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 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R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o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m</a:t>
            </a:r>
            <a:r>
              <a:rPr dirty="0" smtClean="0" sz="2200" spc="-16" b="1">
                <a:solidFill>
                  <a:srgbClr val="1E293A"/>
                </a:solidFill>
                <a:latin typeface="Segoe UI"/>
                <a:cs typeface="Segoe UI"/>
              </a:rPr>
              <a:t>bel</a:t>
            </a:r>
            <a:endParaRPr sz="2200">
              <a:latin typeface="Segoe UI"/>
              <a:cs typeface="Segoe UI"/>
            </a:endParaRPr>
          </a:p>
          <a:p>
            <a:pPr marL="12700" marR="41833">
              <a:lnSpc>
                <a:spcPct val="110839"/>
              </a:lnSpc>
              <a:spcBef>
                <a:spcPts val="151"/>
              </a:spcBef>
            </a:pP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In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t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ra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k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s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i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c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p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at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&amp;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manaj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m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n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 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f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i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l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e</a:t>
            </a:r>
            <a:r>
              <a:rPr dirty="0" smtClean="0" sz="1200" spc="-2">
                <a:solidFill>
                  <a:srgbClr val="63748A"/>
                </a:solidFill>
                <a:latin typeface="Segoe UI"/>
                <a:cs typeface="Segoe UI"/>
              </a:rPr>
              <a:t>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469384" y="1499508"/>
            <a:ext cx="3209359" cy="228092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T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n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y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a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R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e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k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ome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n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da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i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 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(Rule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-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Ba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s</a:t>
            </a:r>
            <a:r>
              <a:rPr dirty="0" smtClean="0" sz="1600" spc="-10" b="1">
                <a:solidFill>
                  <a:srgbClr val="1E3989"/>
                </a:solidFill>
                <a:latin typeface="Segoe UI"/>
                <a:cs typeface="Segoe UI"/>
              </a:rPr>
              <a:t>ed)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5867400" y="43815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19050"/>
                </a:moveTo>
                <a:lnTo>
                  <a:pt x="82" y="20837"/>
                </a:lnTo>
                <a:lnTo>
                  <a:pt x="6175" y="33105"/>
                </a:lnTo>
                <a:lnTo>
                  <a:pt x="19050" y="38100"/>
                </a:lnTo>
                <a:lnTo>
                  <a:pt x="439937" y="38017"/>
                </a:lnTo>
                <a:lnTo>
                  <a:pt x="452205" y="31924"/>
                </a:lnTo>
                <a:lnTo>
                  <a:pt x="457200" y="19050"/>
                </a:lnTo>
                <a:lnTo>
                  <a:pt x="457117" y="17262"/>
                </a:lnTo>
                <a:lnTo>
                  <a:pt x="451024" y="4994"/>
                </a:lnTo>
                <a:lnTo>
                  <a:pt x="438150" y="0"/>
                </a:lnTo>
                <a:lnTo>
                  <a:pt x="17262" y="82"/>
                </a:lnTo>
                <a:lnTo>
                  <a:pt x="4994" y="6175"/>
                </a:lnTo>
                <a:lnTo>
                  <a:pt x="0" y="19050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5753100" y="2438400"/>
            <a:ext cx="68580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5905500" y="2628900"/>
            <a:ext cx="381000" cy="30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4763516" y="3491865"/>
            <a:ext cx="2757543" cy="635000"/>
          </a:xfrm>
          <a:prstGeom prst="rect">
            <a:avLst/>
          </a:prstGeom>
        </p:spPr>
        <p:txBody>
          <a:bodyPr wrap="square" lIns="0" tIns="31686" rIns="0" bIns="0" rtlCol="0">
            <a:noAutofit/>
          </a:bodyPr>
          <a:lstStyle/>
          <a:p>
            <a:pPr marL="12700">
              <a:lnSpc>
                <a:spcPts val="4990"/>
              </a:lnSpc>
            </a:pPr>
            <a:r>
              <a:rPr dirty="0" smtClean="0" sz="4800" b="1">
                <a:solidFill>
                  <a:srgbClr val="0E172A"/>
                </a:solidFill>
                <a:latin typeface="Calibri"/>
                <a:cs typeface="Calibri"/>
              </a:rPr>
              <a:t>Sesi</a:t>
            </a:r>
            <a:r>
              <a:rPr dirty="0" smtClean="0" sz="480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dirty="0" smtClean="0" sz="4800" b="1">
                <a:solidFill>
                  <a:srgbClr val="0E172A"/>
                </a:solidFill>
                <a:latin typeface="Calibri"/>
                <a:cs typeface="Calibri"/>
              </a:rPr>
              <a:t>Demo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0D1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762000" y="5624512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 h="0">
                <a:moveTo>
                  <a:pt x="0" y="0"/>
                </a:moveTo>
                <a:lnTo>
                  <a:pt x="10668000" y="0"/>
                </a:lnTo>
              </a:path>
            </a:pathLst>
          </a:custGeom>
          <a:ln w="10795">
            <a:solidFill>
              <a:srgbClr val="1E293A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762000" y="609600"/>
            <a:ext cx="342900" cy="342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9683496" y="2291715"/>
            <a:ext cx="1330832" cy="193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06804" y="689990"/>
            <a:ext cx="783627" cy="197612"/>
          </a:xfrm>
          <a:prstGeom prst="rect">
            <a:avLst/>
          </a:prstGeom>
        </p:spPr>
        <p:txBody>
          <a:bodyPr wrap="square" lIns="0" tIns="9398" rIns="0" bIns="0" rtlCol="0">
            <a:noAutofit/>
          </a:bodyPr>
          <a:lstStyle/>
          <a:p>
            <a:pPr marL="12700">
              <a:lnSpc>
                <a:spcPts val="1480"/>
              </a:lnSpc>
            </a:pP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R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A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D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A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R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 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B</a:t>
            </a:r>
            <a:r>
              <a:rPr dirty="0" smtClean="0" sz="1350" spc="-8" b="1">
                <a:solidFill>
                  <a:srgbClr val="92C5FC"/>
                </a:solidFill>
                <a:latin typeface="Calibri"/>
                <a:cs typeface="Calibri"/>
              </a:rPr>
              <a:t>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2348991"/>
            <a:ext cx="1609929" cy="558800"/>
          </a:xfrm>
          <a:prstGeom prst="rect">
            <a:avLst/>
          </a:prstGeom>
        </p:spPr>
        <p:txBody>
          <a:bodyPr wrap="square" lIns="0" tIns="27813" rIns="0" bIns="0" rtlCol="0">
            <a:noAutofit/>
          </a:bodyPr>
          <a:lstStyle/>
          <a:p>
            <a:pPr marL="12700">
              <a:lnSpc>
                <a:spcPts val="4380"/>
              </a:lnSpc>
            </a:pPr>
            <a:r>
              <a:rPr dirty="0" smtClean="0" sz="4200" spc="-59" b="1">
                <a:solidFill>
                  <a:srgbClr val="F8F9FB"/>
                </a:solidFill>
                <a:latin typeface="Calibri"/>
                <a:cs typeface="Calibri"/>
              </a:rPr>
              <a:t>T</a:t>
            </a:r>
            <a:r>
              <a:rPr dirty="0" smtClean="0" sz="4200" spc="-59" b="1">
                <a:solidFill>
                  <a:srgbClr val="F8F9FB"/>
                </a:solidFill>
                <a:latin typeface="Calibri"/>
                <a:cs typeface="Calibri"/>
              </a:rPr>
              <a:t>erima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4036" y="2348991"/>
            <a:ext cx="6052788" cy="558800"/>
          </a:xfrm>
          <a:prstGeom prst="rect">
            <a:avLst/>
          </a:prstGeom>
        </p:spPr>
        <p:txBody>
          <a:bodyPr wrap="square" lIns="0" tIns="27813" rIns="0" bIns="0" rtlCol="0">
            <a:noAutofit/>
          </a:bodyPr>
          <a:lstStyle/>
          <a:p>
            <a:pPr marL="12700">
              <a:lnSpc>
                <a:spcPts val="4380"/>
              </a:lnSpc>
            </a:pP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K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asih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 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t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as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 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P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erh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a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tian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 </a:t>
            </a:r>
            <a:r>
              <a:rPr dirty="0" smtClean="0" sz="4200" spc="-13" b="1">
                <a:solidFill>
                  <a:srgbClr val="F8F9FB"/>
                </a:solidFill>
                <a:latin typeface="Calibri"/>
                <a:cs typeface="Calibri"/>
              </a:rPr>
              <a:t>Anda.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3773551"/>
            <a:ext cx="7431353" cy="506984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Siap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m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e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ndemo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s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r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as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an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ul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ng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fit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u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r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dan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be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r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di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s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usi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er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m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pleme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asi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d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e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t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e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si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di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bi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m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bi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g</a:t>
            </a:r>
            <a:r>
              <a:rPr dirty="0" smtClean="0" sz="1500" spc="-2">
                <a:solidFill>
                  <a:srgbClr val="93A2B8"/>
                </a:solidFill>
                <a:latin typeface="Calibri"/>
                <a:cs typeface="Calibri"/>
              </a:rPr>
              <a:t>an</a:t>
            </a:r>
            <a:endParaRPr sz="1500">
              <a:latin typeface="Calibri"/>
              <a:cs typeface="Calibri"/>
            </a:endParaRPr>
          </a:p>
          <a:p>
            <a:pPr marL="12700" marR="28575">
              <a:lnSpc>
                <a:spcPct val="101725"/>
              </a:lnSpc>
              <a:spcBef>
                <a:spcPts val="378"/>
              </a:spcBef>
            </a:pP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k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o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n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sel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i</a:t>
            </a:r>
            <a:r>
              <a:rPr dirty="0" smtClean="0" sz="1500" spc="-3">
                <a:solidFill>
                  <a:srgbClr val="93A2B8"/>
                </a:solidFill>
                <a:latin typeface="Calibri"/>
                <a:cs typeface="Calibri"/>
              </a:rPr>
              <a:t>ng.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5856224"/>
            <a:ext cx="2093719" cy="393293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00">
              <a:lnSpc>
                <a:spcPts val="1320"/>
              </a:lnSpc>
            </a:pP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h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d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 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P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n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d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 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W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i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r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k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s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u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m</a:t>
            </a:r>
            <a:r>
              <a:rPr dirty="0" smtClean="0" sz="1200" spc="0" b="1">
                <a:solidFill>
                  <a:srgbClr val="E1E8EF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0" marR="22860">
              <a:lnSpc>
                <a:spcPct val="101725"/>
              </a:lnSpc>
              <a:spcBef>
                <a:spcPts val="343"/>
              </a:spcBef>
            </a:pP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l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k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o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m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U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n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v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e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s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i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y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Jak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r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t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•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0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r>
              <a:rPr dirty="0" smtClean="0" sz="1050" spc="-2">
                <a:solidFill>
                  <a:srgbClr val="63748A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2000" y="5484812"/>
            <a:ext cx="10668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/>
</file>